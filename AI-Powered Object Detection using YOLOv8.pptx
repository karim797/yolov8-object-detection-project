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8" r:id="rId3"/>
    <p:sldId id="279" r:id="rId4"/>
    <p:sldId id="280" r:id="rId5"/>
    <p:sldId id="281" r:id="rId6"/>
    <p:sldId id="277" r:id="rId7"/>
    <p:sldId id="282" r:id="rId8"/>
    <p:sldId id="283" r:id="rId9"/>
    <p:sldId id="284" r:id="rId10"/>
    <p:sldId id="286" r:id="rId11"/>
    <p:sldId id="287" r:id="rId12"/>
    <p:sldId id="289" r:id="rId13"/>
    <p:sldId id="291" r:id="rId14"/>
    <p:sldId id="292" r:id="rId15"/>
    <p:sldId id="293" r:id="rId16"/>
    <p:sldId id="285" r:id="rId17"/>
  </p:sldIdLst>
  <p:sldSz cx="12192000" cy="6858000"/>
  <p:notesSz cx="9388475" cy="7102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CDB6"/>
    <a:srgbClr val="D9D9D9"/>
    <a:srgbClr val="004568"/>
    <a:srgbClr val="0074AF"/>
    <a:srgbClr val="00B0F0"/>
    <a:srgbClr val="6EAA2E"/>
    <a:srgbClr val="0084B4"/>
    <a:srgbClr val="EFF1F3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86" autoAdjust="0"/>
  </p:normalViewPr>
  <p:slideViewPr>
    <p:cSldViewPr snapToGrid="0">
      <p:cViewPr>
        <p:scale>
          <a:sx n="75" d="100"/>
          <a:sy n="75" d="100"/>
        </p:scale>
        <p:origin x="91" y="12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2" d="100"/>
        <a:sy n="82" d="100"/>
      </p:scale>
      <p:origin x="0" y="-82"/>
    </p:cViewPr>
  </p:sorterViewPr>
  <p:notesViewPr>
    <p:cSldViewPr snapToGrid="0">
      <p:cViewPr varScale="1">
        <p:scale>
          <a:sx n="73" d="100"/>
          <a:sy n="73" d="100"/>
        </p:scale>
        <p:origin x="583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41408694106796"/>
          <c:y val="0.10142733882077253"/>
          <c:w val="0.79717182611786408"/>
          <c:h val="0.79714593516062771"/>
        </c:manualLayout>
      </c:layout>
      <c:doughnut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dPt>
            <c:idx val="0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192-49DD-8439-5B1F547118EF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192-49DD-8439-5B1F547118EF}"/>
              </c:ext>
            </c:extLst>
          </c:dPt>
          <c:dLbls>
            <c:dLbl>
              <c:idx val="0"/>
              <c:layout>
                <c:manualLayout>
                  <c:x val="-0.15430383538963316"/>
                  <c:y val="-0.24413909647944321"/>
                </c:manualLayout>
              </c:layout>
              <c:tx>
                <c:rich>
                  <a:bodyPr rot="0" spcFirstLastPara="1" vertOverflow="ellipsis" vert="horz" wrap="none" lIns="0" tIns="0" rIns="0" bIns="182880" anchor="ctr" anchorCtr="1">
                    <a:noAutofit/>
                  </a:bodyPr>
                  <a:lstStyle/>
                  <a:p>
                    <a:pPr>
                      <a:defRPr sz="1600" b="0" i="0" u="none" strike="noStrike" kern="1200" spc="-150" baseline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600" dirty="0"/>
                      <a:t>COCO</a:t>
                    </a:r>
                    <a:r>
                      <a:rPr lang="en-US" sz="1600" baseline="0" dirty="0"/>
                      <a:t> Dataset</a:t>
                    </a:r>
                    <a:endParaRPr lang="en-US" sz="1600" dirty="0"/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0" tIns="0" rIns="0" bIns="182880" anchor="ctr" anchorCtr="1">
                  <a:noAutofit/>
                </a:bodyPr>
                <a:lstStyle/>
                <a:p>
                  <a:pPr>
                    <a:defRPr sz="1600" b="0" i="0" u="none" strike="noStrike" kern="1200" spc="-150" baseline="0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5287947915488342"/>
                      <c:h val="0.35955571567698863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0192-49DD-8439-5B1F547118E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192-49DD-8439-5B1F547118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Enter your Number</c:v>
                </c:pt>
                <c:pt idx="1">
                  <c:v>Formual =100% -B2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0.75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92-49DD-8439-5B1F547118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41408694106796"/>
          <c:y val="0.10142733882077253"/>
          <c:w val="0.79717182611786408"/>
          <c:h val="0.79714593516062771"/>
        </c:manualLayout>
      </c:layout>
      <c:doughnut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dPt>
            <c:idx val="0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192-49DD-8439-5B1F547118EF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192-49DD-8439-5B1F547118EF}"/>
              </c:ext>
            </c:extLst>
          </c:dPt>
          <c:dLbls>
            <c:dLbl>
              <c:idx val="0"/>
              <c:layout>
                <c:manualLayout>
                  <c:x val="-0.22959408719743366"/>
                  <c:y val="-3.3630260034642125E-2"/>
                </c:manualLayout>
              </c:layout>
              <c:tx>
                <c:rich>
                  <a:bodyPr rot="0" spcFirstLastPara="1" vertOverflow="ellipsis" vert="horz" wrap="none" lIns="0" tIns="0" rIns="0" bIns="182880" anchor="ctr" anchorCtr="1">
                    <a:noAutofit/>
                  </a:bodyPr>
                  <a:lstStyle/>
                  <a:p>
                    <a:pPr>
                      <a:defRPr sz="3200" b="0" i="0" u="none" strike="noStrike" kern="1200" spc="-150" baseline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400" dirty="0"/>
                      <a:t>Class</a:t>
                    </a:r>
                    <a:r>
                      <a:rPr lang="en-US" sz="1400" baseline="0" dirty="0"/>
                      <a:t> Mapping</a:t>
                    </a:r>
                    <a:endParaRPr lang="en-US" sz="1400" dirty="0"/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0" tIns="0" rIns="0" bIns="182880" anchor="ctr" anchorCtr="1">
                  <a:noAutofit/>
                </a:bodyPr>
                <a:lstStyle/>
                <a:p>
                  <a:pPr>
                    <a:defRPr sz="3200" b="0" i="0" u="none" strike="noStrike" kern="1200" spc="-150" baseline="0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3316317307014671"/>
                      <c:h val="0.359555546840146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0192-49DD-8439-5B1F547118E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192-49DD-8439-5B1F547118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Enter your Number</c:v>
                </c:pt>
                <c:pt idx="1">
                  <c:v>Formual =100%-B2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92-49DD-8439-5B1F547118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41408694106796"/>
          <c:y val="0.10142733882077253"/>
          <c:w val="0.79717182611786408"/>
          <c:h val="0.79714593516062771"/>
        </c:manualLayout>
      </c:layout>
      <c:doughnut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dPt>
            <c:idx val="0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192-49DD-8439-5B1F547118EF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192-49DD-8439-5B1F547118EF}"/>
              </c:ext>
            </c:extLst>
          </c:dPt>
          <c:dLbls>
            <c:dLbl>
              <c:idx val="0"/>
              <c:layout>
                <c:manualLayout>
                  <c:x val="-0.11385334645669291"/>
                  <c:y val="-0.31911489435124396"/>
                </c:manualLayout>
              </c:layout>
              <c:tx>
                <c:rich>
                  <a:bodyPr rot="0" spcFirstLastPara="1" vertOverflow="ellipsis" vert="horz" wrap="none" lIns="0" tIns="0" rIns="0" bIns="182880" anchor="ctr" anchorCtr="1">
                    <a:noAutofit/>
                  </a:bodyPr>
                  <a:lstStyle/>
                  <a:p>
                    <a:pPr>
                      <a:defRPr sz="3200" b="0" i="0" u="none" strike="noStrike" kern="1200" spc="-150" baseline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400" dirty="0"/>
                      <a:t>Dataset</a:t>
                    </a:r>
                    <a:r>
                      <a:rPr lang="en-US" sz="1400" baseline="0" dirty="0"/>
                      <a:t> merge</a:t>
                    </a:r>
                    <a:endParaRPr lang="en-US" sz="1400" dirty="0"/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0" tIns="0" rIns="0" bIns="182880" anchor="ctr" anchorCtr="1">
                  <a:noAutofit/>
                </a:bodyPr>
                <a:lstStyle/>
                <a:p>
                  <a:pPr>
                    <a:defRPr sz="3200" b="0" i="0" u="none" strike="noStrike" kern="1200" spc="-150" baseline="0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3316317307014671"/>
                      <c:h val="0.359555546840146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0192-49DD-8439-5B1F547118E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192-49DD-8439-5B1F547118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Enter your Number</c:v>
                </c:pt>
                <c:pt idx="1">
                  <c:v>Formual =100%-B2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0.87</c:v>
                </c:pt>
                <c:pt idx="1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92-49DD-8439-5B1F547118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41408694106796"/>
          <c:y val="0.10142733882077253"/>
          <c:w val="0.79717182611786408"/>
          <c:h val="0.79714593516062771"/>
        </c:manualLayout>
      </c:layout>
      <c:doughnut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dPt>
            <c:idx val="0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DA-42A9-986A-0A63D2A67EDD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DA-42A9-986A-0A63D2A67EDD}"/>
              </c:ext>
            </c:extLst>
          </c:dPt>
          <c:dLbls>
            <c:dLbl>
              <c:idx val="0"/>
              <c:layout>
                <c:manualLayout>
                  <c:x val="-0.20202930639967501"/>
                  <c:y val="-0.32347988661570537"/>
                </c:manualLayout>
              </c:layout>
              <c:tx>
                <c:rich>
                  <a:bodyPr rot="0" spcFirstLastPara="1" vertOverflow="ellipsis" vert="horz" wrap="none" lIns="0" tIns="0" rIns="0" bIns="182880" anchor="ctr" anchorCtr="1">
                    <a:noAutofit/>
                  </a:bodyPr>
                  <a:lstStyle/>
                  <a:p>
                    <a:pPr>
                      <a:defRPr sz="1600" b="0" i="0" u="none" strike="noStrike" kern="1200" spc="-150" baseline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600" dirty="0"/>
                      <a:t>Manual</a:t>
                    </a:r>
                    <a:r>
                      <a:rPr lang="en-US" sz="1600" baseline="0" dirty="0"/>
                      <a:t> </a:t>
                    </a:r>
                    <a:r>
                      <a:rPr lang="en-US" sz="1600" baseline="0" dirty="0" err="1"/>
                      <a:t>Roboflow</a:t>
                    </a:r>
                    <a:r>
                      <a:rPr lang="en-US" sz="1600" baseline="0" dirty="0"/>
                      <a:t> Dataset</a:t>
                    </a:r>
                    <a:endParaRPr lang="en-US" sz="1600" dirty="0"/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0" tIns="0" rIns="0" bIns="182880" anchor="ctr" anchorCtr="1">
                  <a:noAutofit/>
                </a:bodyPr>
                <a:lstStyle/>
                <a:p>
                  <a:pPr>
                    <a:defRPr sz="1600" b="0" i="0" u="none" strike="noStrike" kern="1200" spc="-150" baseline="0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5287947915488342"/>
                      <c:h val="0.35955571567698863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0ADA-42A9-986A-0A63D2A67ED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ADA-42A9-986A-0A63D2A67E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Enter your Number</c:v>
                </c:pt>
                <c:pt idx="1">
                  <c:v>Formual =100% -B2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0.75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DA-42A9-986A-0A63D2A67E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41408694106796"/>
          <c:y val="0.10142733882077253"/>
          <c:w val="0.79717182611786408"/>
          <c:h val="0.79714593516062771"/>
        </c:manualLayout>
      </c:layout>
      <c:doughnut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dPt>
            <c:idx val="0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4DF-4FC4-B9AE-4CC3F876FB09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4DF-4FC4-B9AE-4CC3F876FB09}"/>
              </c:ext>
            </c:extLst>
          </c:dPt>
          <c:dLbls>
            <c:dLbl>
              <c:idx val="0"/>
              <c:layout>
                <c:manualLayout>
                  <c:x val="-0.20202930639967501"/>
                  <c:y val="-0.32347988661570537"/>
                </c:manualLayout>
              </c:layout>
              <c:tx>
                <c:rich>
                  <a:bodyPr rot="0" spcFirstLastPara="1" vertOverflow="ellipsis" vert="horz" wrap="none" lIns="0" tIns="0" rIns="0" bIns="182880" anchor="ctr" anchorCtr="1">
                    <a:noAutofit/>
                  </a:bodyPr>
                  <a:lstStyle/>
                  <a:p>
                    <a:pPr>
                      <a:defRPr sz="1600" b="0" i="0" u="none" strike="noStrike" kern="1200" spc="-150" baseline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600" dirty="0"/>
                      <a:t>Bounding</a:t>
                    </a:r>
                    <a:r>
                      <a:rPr lang="en-US" sz="1600" baseline="0" dirty="0"/>
                      <a:t> Box Conversion</a:t>
                    </a:r>
                    <a:endParaRPr lang="en-US" sz="1600" dirty="0"/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0" tIns="0" rIns="0" bIns="182880" anchor="ctr" anchorCtr="1">
                  <a:noAutofit/>
                </a:bodyPr>
                <a:lstStyle/>
                <a:p>
                  <a:pPr>
                    <a:defRPr sz="1600" b="0" i="0" u="none" strike="noStrike" kern="1200" spc="-150" baseline="0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5287947915488342"/>
                      <c:h val="0.35955571567698863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B4DF-4FC4-B9AE-4CC3F876FB0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DF-4FC4-B9AE-4CC3F876FB0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Enter your Number</c:v>
                </c:pt>
                <c:pt idx="1">
                  <c:v>Formual =100% -B2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0.75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4DF-4FC4-B9AE-4CC3F876FB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41408694106796"/>
          <c:y val="0.10142733882077253"/>
          <c:w val="0.79717182611786408"/>
          <c:h val="0.79714593516062771"/>
        </c:manualLayout>
      </c:layout>
      <c:doughnut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dPt>
            <c:idx val="0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572-4FDB-9798-016D7EF025E3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572-4FDB-9798-016D7EF025E3}"/>
              </c:ext>
            </c:extLst>
          </c:dPt>
          <c:dLbls>
            <c:dLbl>
              <c:idx val="0"/>
              <c:layout>
                <c:manualLayout>
                  <c:x val="-0.22959408719743366"/>
                  <c:y val="-3.3630260034642125E-2"/>
                </c:manualLayout>
              </c:layout>
              <c:tx>
                <c:rich>
                  <a:bodyPr rot="0" spcFirstLastPara="1" vertOverflow="ellipsis" vert="horz" wrap="none" lIns="0" tIns="0" rIns="0" bIns="182880" anchor="ctr" anchorCtr="1">
                    <a:noAutofit/>
                  </a:bodyPr>
                  <a:lstStyle/>
                  <a:p>
                    <a:pPr>
                      <a:defRPr sz="1400" b="0" i="0" u="none" strike="noStrike" kern="1200" spc="-150" baseline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400" dirty="0" err="1"/>
                      <a:t>Data</a:t>
                    </a:r>
                    <a:r>
                      <a:rPr lang="en-US" sz="1400" baseline="0" dirty="0" err="1"/>
                      <a:t>.yaml</a:t>
                    </a:r>
                    <a:r>
                      <a:rPr lang="en-US" sz="1400" baseline="0" dirty="0"/>
                      <a:t> </a:t>
                    </a:r>
                    <a:r>
                      <a:rPr lang="en-US" sz="1400" baseline="0" dirty="0" err="1"/>
                      <a:t>Generration</a:t>
                    </a:r>
                    <a:endParaRPr lang="en-US" sz="1400" dirty="0"/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none" lIns="0" tIns="0" rIns="0" bIns="182880" anchor="ctr" anchorCtr="1">
                  <a:noAutofit/>
                </a:bodyPr>
                <a:lstStyle/>
                <a:p>
                  <a:pPr>
                    <a:defRPr sz="1400" b="0" i="0" u="none" strike="noStrike" kern="1200" spc="-150" baseline="0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3316317307014671"/>
                      <c:h val="0.359555546840146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1572-4FDB-9798-016D7EF025E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572-4FDB-9798-016D7EF025E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Enter your Number</c:v>
                </c:pt>
                <c:pt idx="1">
                  <c:v>Formual =100%-B2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572-4FDB-9798-016D7EF025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694B50-978E-42F9-809B-15B4A0C4268B}" type="doc">
      <dgm:prSet loTypeId="urn:microsoft.com/office/officeart/2016/7/layout/BasicLinearProcessNumbered" loCatId="process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3B72379-8B46-4E59-B18E-3A6E4F2AB73A}">
      <dgm:prSet/>
      <dgm:spPr/>
      <dgm:t>
        <a:bodyPr/>
        <a:lstStyle/>
        <a:p>
          <a:r>
            <a:rPr lang="en-GB"/>
            <a:t>Build end-to-end object detection system</a:t>
          </a:r>
          <a:endParaRPr lang="en-US"/>
        </a:p>
      </dgm:t>
    </dgm:pt>
    <dgm:pt modelId="{17391611-78C6-43BD-9DEB-B1A58B11D606}" type="parTrans" cxnId="{7E191DB2-22AC-4313-A168-174695F32F48}">
      <dgm:prSet/>
      <dgm:spPr/>
      <dgm:t>
        <a:bodyPr/>
        <a:lstStyle/>
        <a:p>
          <a:endParaRPr lang="en-US"/>
        </a:p>
      </dgm:t>
    </dgm:pt>
    <dgm:pt modelId="{93BE7291-47DA-458A-B668-8A72EB521BAD}" type="sibTrans" cxnId="{7E191DB2-22AC-4313-A168-174695F32F4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C2A05EC-E980-40C0-AD80-4F9F6B81D921}">
      <dgm:prSet/>
      <dgm:spPr/>
      <dgm:t>
        <a:bodyPr/>
        <a:lstStyle/>
        <a:p>
          <a:r>
            <a:rPr lang="en-GB"/>
            <a:t>Train YOLOv8 models</a:t>
          </a:r>
          <a:endParaRPr lang="en-US"/>
        </a:p>
      </dgm:t>
    </dgm:pt>
    <dgm:pt modelId="{0A853A7D-899B-4C35-855A-E51977BEF844}" type="parTrans" cxnId="{9E4CD4F8-A20A-48AF-B4F6-A8C61A527DCE}">
      <dgm:prSet/>
      <dgm:spPr/>
      <dgm:t>
        <a:bodyPr/>
        <a:lstStyle/>
        <a:p>
          <a:endParaRPr lang="en-US"/>
        </a:p>
      </dgm:t>
    </dgm:pt>
    <dgm:pt modelId="{5D337D1E-8CDF-46ED-8F96-391463DCDAD5}" type="sibTrans" cxnId="{9E4CD4F8-A20A-48AF-B4F6-A8C61A527DCE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0F020E5-55B5-492A-8515-7307971A9BCA}">
      <dgm:prSet/>
      <dgm:spPr/>
      <dgm:t>
        <a:bodyPr/>
        <a:lstStyle/>
        <a:p>
          <a:r>
            <a:rPr lang="en-GB"/>
            <a:t>Compare scratch vs transfer learning vs fine-tuning</a:t>
          </a:r>
          <a:endParaRPr lang="en-US"/>
        </a:p>
      </dgm:t>
    </dgm:pt>
    <dgm:pt modelId="{747325B1-4843-492F-BE4D-13B288E48FB3}" type="parTrans" cxnId="{97C5E1B5-14DE-4D28-8226-25153A0309E0}">
      <dgm:prSet/>
      <dgm:spPr/>
      <dgm:t>
        <a:bodyPr/>
        <a:lstStyle/>
        <a:p>
          <a:endParaRPr lang="en-US"/>
        </a:p>
      </dgm:t>
    </dgm:pt>
    <dgm:pt modelId="{D7ADC5DC-7224-4175-8EE4-780F7507BDDF}" type="sibTrans" cxnId="{97C5E1B5-14DE-4D28-8226-25153A0309E0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5EAC76A-1EF3-4C5D-AFC8-E8C0342B0E34}">
      <dgm:prSet/>
      <dgm:spPr/>
      <dgm:t>
        <a:bodyPr/>
        <a:lstStyle/>
        <a:p>
          <a:r>
            <a:rPr lang="en-GB"/>
            <a:t>Deploy using Streamlit</a:t>
          </a:r>
          <a:endParaRPr lang="en-US"/>
        </a:p>
      </dgm:t>
    </dgm:pt>
    <dgm:pt modelId="{C90B8277-5283-451D-A15D-0C6A97BCB688}" type="parTrans" cxnId="{8F4CB9C9-36F3-4942-BF7F-3557D26E8DC3}">
      <dgm:prSet/>
      <dgm:spPr/>
      <dgm:t>
        <a:bodyPr/>
        <a:lstStyle/>
        <a:p>
          <a:endParaRPr lang="en-US"/>
        </a:p>
      </dgm:t>
    </dgm:pt>
    <dgm:pt modelId="{6C9A3DB1-F130-4A16-9FBB-0015CBDF32F4}" type="sibTrans" cxnId="{8F4CB9C9-36F3-4942-BF7F-3557D26E8DC3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3F8F94B-B76C-4E06-9EDC-1901CF9D9820}" type="pres">
      <dgm:prSet presAssocID="{CB694B50-978E-42F9-809B-15B4A0C4268B}" presName="Name0" presStyleCnt="0">
        <dgm:presLayoutVars>
          <dgm:animLvl val="lvl"/>
          <dgm:resizeHandles val="exact"/>
        </dgm:presLayoutVars>
      </dgm:prSet>
      <dgm:spPr/>
    </dgm:pt>
    <dgm:pt modelId="{14CAB0BC-9F59-4FBB-B930-348ACC097783}" type="pres">
      <dgm:prSet presAssocID="{63B72379-8B46-4E59-B18E-3A6E4F2AB73A}" presName="compositeNode" presStyleCnt="0">
        <dgm:presLayoutVars>
          <dgm:bulletEnabled val="1"/>
        </dgm:presLayoutVars>
      </dgm:prSet>
      <dgm:spPr/>
    </dgm:pt>
    <dgm:pt modelId="{CDBDA3C6-AF93-4232-AD74-DFFD455C54E4}" type="pres">
      <dgm:prSet presAssocID="{63B72379-8B46-4E59-B18E-3A6E4F2AB73A}" presName="bgRect" presStyleLbl="bgAccFollowNode1" presStyleIdx="0" presStyleCnt="4"/>
      <dgm:spPr/>
    </dgm:pt>
    <dgm:pt modelId="{D9AE7F01-0874-4B02-9055-4C2D430FED5A}" type="pres">
      <dgm:prSet presAssocID="{93BE7291-47DA-458A-B668-8A72EB521BAD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4F6291DC-D090-417D-A31F-5FFE0A19B5CA}" type="pres">
      <dgm:prSet presAssocID="{63B72379-8B46-4E59-B18E-3A6E4F2AB73A}" presName="bottomLine" presStyleLbl="alignNode1" presStyleIdx="1" presStyleCnt="8">
        <dgm:presLayoutVars/>
      </dgm:prSet>
      <dgm:spPr/>
    </dgm:pt>
    <dgm:pt modelId="{BC437A64-CB02-49A2-AEC4-A460D2FD31C8}" type="pres">
      <dgm:prSet presAssocID="{63B72379-8B46-4E59-B18E-3A6E4F2AB73A}" presName="nodeText" presStyleLbl="bgAccFollowNode1" presStyleIdx="0" presStyleCnt="4">
        <dgm:presLayoutVars>
          <dgm:bulletEnabled val="1"/>
        </dgm:presLayoutVars>
      </dgm:prSet>
      <dgm:spPr/>
    </dgm:pt>
    <dgm:pt modelId="{E8718DCB-106E-47C6-8268-7FB051484D26}" type="pres">
      <dgm:prSet presAssocID="{93BE7291-47DA-458A-B668-8A72EB521BAD}" presName="sibTrans" presStyleCnt="0"/>
      <dgm:spPr/>
    </dgm:pt>
    <dgm:pt modelId="{AC767264-59A2-4C24-BC14-372F4A48010B}" type="pres">
      <dgm:prSet presAssocID="{CC2A05EC-E980-40C0-AD80-4F9F6B81D921}" presName="compositeNode" presStyleCnt="0">
        <dgm:presLayoutVars>
          <dgm:bulletEnabled val="1"/>
        </dgm:presLayoutVars>
      </dgm:prSet>
      <dgm:spPr/>
    </dgm:pt>
    <dgm:pt modelId="{32FBC626-BB07-4023-B034-E13151365ED7}" type="pres">
      <dgm:prSet presAssocID="{CC2A05EC-E980-40C0-AD80-4F9F6B81D921}" presName="bgRect" presStyleLbl="bgAccFollowNode1" presStyleIdx="1" presStyleCnt="4"/>
      <dgm:spPr/>
    </dgm:pt>
    <dgm:pt modelId="{B973910B-F92E-4261-B214-A3BEA4A98343}" type="pres">
      <dgm:prSet presAssocID="{5D337D1E-8CDF-46ED-8F96-391463DCDAD5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7EBDD500-BA36-4CBC-9B79-DFBDF918AB89}" type="pres">
      <dgm:prSet presAssocID="{CC2A05EC-E980-40C0-AD80-4F9F6B81D921}" presName="bottomLine" presStyleLbl="alignNode1" presStyleIdx="3" presStyleCnt="8">
        <dgm:presLayoutVars/>
      </dgm:prSet>
      <dgm:spPr/>
    </dgm:pt>
    <dgm:pt modelId="{490C8E2B-C738-4BD1-A01C-914976E0FC0D}" type="pres">
      <dgm:prSet presAssocID="{CC2A05EC-E980-40C0-AD80-4F9F6B81D921}" presName="nodeText" presStyleLbl="bgAccFollowNode1" presStyleIdx="1" presStyleCnt="4">
        <dgm:presLayoutVars>
          <dgm:bulletEnabled val="1"/>
        </dgm:presLayoutVars>
      </dgm:prSet>
      <dgm:spPr/>
    </dgm:pt>
    <dgm:pt modelId="{8AE4CAAB-92A3-42AB-9A89-E0993D80D666}" type="pres">
      <dgm:prSet presAssocID="{5D337D1E-8CDF-46ED-8F96-391463DCDAD5}" presName="sibTrans" presStyleCnt="0"/>
      <dgm:spPr/>
    </dgm:pt>
    <dgm:pt modelId="{8551B047-15BA-4CAE-AF44-5C51C6F29825}" type="pres">
      <dgm:prSet presAssocID="{C0F020E5-55B5-492A-8515-7307971A9BCA}" presName="compositeNode" presStyleCnt="0">
        <dgm:presLayoutVars>
          <dgm:bulletEnabled val="1"/>
        </dgm:presLayoutVars>
      </dgm:prSet>
      <dgm:spPr/>
    </dgm:pt>
    <dgm:pt modelId="{27DD049C-8CEA-4618-95BC-3C9C47BA6089}" type="pres">
      <dgm:prSet presAssocID="{C0F020E5-55B5-492A-8515-7307971A9BCA}" presName="bgRect" presStyleLbl="bgAccFollowNode1" presStyleIdx="2" presStyleCnt="4"/>
      <dgm:spPr/>
    </dgm:pt>
    <dgm:pt modelId="{EAA9AD19-DE3D-4B89-8942-CCC7E87B3181}" type="pres">
      <dgm:prSet presAssocID="{D7ADC5DC-7224-4175-8EE4-780F7507BDDF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661885EA-39D8-4A19-953E-9DAE58BA12F0}" type="pres">
      <dgm:prSet presAssocID="{C0F020E5-55B5-492A-8515-7307971A9BCA}" presName="bottomLine" presStyleLbl="alignNode1" presStyleIdx="5" presStyleCnt="8">
        <dgm:presLayoutVars/>
      </dgm:prSet>
      <dgm:spPr/>
    </dgm:pt>
    <dgm:pt modelId="{A5BAA2D4-486E-4153-A92E-1F8F34E588FF}" type="pres">
      <dgm:prSet presAssocID="{C0F020E5-55B5-492A-8515-7307971A9BCA}" presName="nodeText" presStyleLbl="bgAccFollowNode1" presStyleIdx="2" presStyleCnt="4">
        <dgm:presLayoutVars>
          <dgm:bulletEnabled val="1"/>
        </dgm:presLayoutVars>
      </dgm:prSet>
      <dgm:spPr/>
    </dgm:pt>
    <dgm:pt modelId="{A518E4F7-619F-48B8-A408-D9DC7A917253}" type="pres">
      <dgm:prSet presAssocID="{D7ADC5DC-7224-4175-8EE4-780F7507BDDF}" presName="sibTrans" presStyleCnt="0"/>
      <dgm:spPr/>
    </dgm:pt>
    <dgm:pt modelId="{81B04DDB-0991-42F3-A6E0-46B30E3EF9C3}" type="pres">
      <dgm:prSet presAssocID="{85EAC76A-1EF3-4C5D-AFC8-E8C0342B0E34}" presName="compositeNode" presStyleCnt="0">
        <dgm:presLayoutVars>
          <dgm:bulletEnabled val="1"/>
        </dgm:presLayoutVars>
      </dgm:prSet>
      <dgm:spPr/>
    </dgm:pt>
    <dgm:pt modelId="{839CCD9D-D454-4F6D-90B3-C19953A043FC}" type="pres">
      <dgm:prSet presAssocID="{85EAC76A-1EF3-4C5D-AFC8-E8C0342B0E34}" presName="bgRect" presStyleLbl="bgAccFollowNode1" presStyleIdx="3" presStyleCnt="4"/>
      <dgm:spPr/>
    </dgm:pt>
    <dgm:pt modelId="{5816F711-A556-4B3D-89EC-4619408BE0B0}" type="pres">
      <dgm:prSet presAssocID="{6C9A3DB1-F130-4A16-9FBB-0015CBDF32F4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13436334-80F8-4C02-B4C2-B76A3D7130DC}" type="pres">
      <dgm:prSet presAssocID="{85EAC76A-1EF3-4C5D-AFC8-E8C0342B0E34}" presName="bottomLine" presStyleLbl="alignNode1" presStyleIdx="7" presStyleCnt="8">
        <dgm:presLayoutVars/>
      </dgm:prSet>
      <dgm:spPr/>
    </dgm:pt>
    <dgm:pt modelId="{695C4D46-F7F7-40F2-9848-F23051F1F1A7}" type="pres">
      <dgm:prSet presAssocID="{85EAC76A-1EF3-4C5D-AFC8-E8C0342B0E34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B1A62916-B7FD-42DD-AD0D-D98302D465DE}" type="presOf" srcId="{63B72379-8B46-4E59-B18E-3A6E4F2AB73A}" destId="{CDBDA3C6-AF93-4232-AD74-DFFD455C54E4}" srcOrd="0" destOrd="0" presId="urn:microsoft.com/office/officeart/2016/7/layout/BasicLinearProcessNumbered"/>
    <dgm:cxn modelId="{437A0D1F-F98E-45D7-B50E-EA9E395120D7}" type="presOf" srcId="{CC2A05EC-E980-40C0-AD80-4F9F6B81D921}" destId="{32FBC626-BB07-4023-B034-E13151365ED7}" srcOrd="0" destOrd="0" presId="urn:microsoft.com/office/officeart/2016/7/layout/BasicLinearProcessNumbered"/>
    <dgm:cxn modelId="{A8DC612A-5A32-4E45-BC6D-F69D44A205A4}" type="presOf" srcId="{85EAC76A-1EF3-4C5D-AFC8-E8C0342B0E34}" destId="{839CCD9D-D454-4F6D-90B3-C19953A043FC}" srcOrd="0" destOrd="0" presId="urn:microsoft.com/office/officeart/2016/7/layout/BasicLinearProcessNumbered"/>
    <dgm:cxn modelId="{60ADB82D-096F-4FC2-AF39-0D9EDCE7B18D}" type="presOf" srcId="{CC2A05EC-E980-40C0-AD80-4F9F6B81D921}" destId="{490C8E2B-C738-4BD1-A01C-914976E0FC0D}" srcOrd="1" destOrd="0" presId="urn:microsoft.com/office/officeart/2016/7/layout/BasicLinearProcessNumbered"/>
    <dgm:cxn modelId="{1B855F70-2180-481A-91CB-4E55DC567309}" type="presOf" srcId="{5D337D1E-8CDF-46ED-8F96-391463DCDAD5}" destId="{B973910B-F92E-4261-B214-A3BEA4A98343}" srcOrd="0" destOrd="0" presId="urn:microsoft.com/office/officeart/2016/7/layout/BasicLinearProcessNumbered"/>
    <dgm:cxn modelId="{09637F70-B9C9-4707-AC2D-331EF0D7192C}" type="presOf" srcId="{63B72379-8B46-4E59-B18E-3A6E4F2AB73A}" destId="{BC437A64-CB02-49A2-AEC4-A460D2FD31C8}" srcOrd="1" destOrd="0" presId="urn:microsoft.com/office/officeart/2016/7/layout/BasicLinearProcessNumbered"/>
    <dgm:cxn modelId="{B982557A-9CF0-46CD-A8F0-C8993DD8E228}" type="presOf" srcId="{93BE7291-47DA-458A-B668-8A72EB521BAD}" destId="{D9AE7F01-0874-4B02-9055-4C2D430FED5A}" srcOrd="0" destOrd="0" presId="urn:microsoft.com/office/officeart/2016/7/layout/BasicLinearProcessNumbered"/>
    <dgm:cxn modelId="{6F95C0A5-2DCC-4308-A0B2-4FC09FF605EE}" type="presOf" srcId="{C0F020E5-55B5-492A-8515-7307971A9BCA}" destId="{27DD049C-8CEA-4618-95BC-3C9C47BA6089}" srcOrd="0" destOrd="0" presId="urn:microsoft.com/office/officeart/2016/7/layout/BasicLinearProcessNumbered"/>
    <dgm:cxn modelId="{7E191DB2-22AC-4313-A168-174695F32F48}" srcId="{CB694B50-978E-42F9-809B-15B4A0C4268B}" destId="{63B72379-8B46-4E59-B18E-3A6E4F2AB73A}" srcOrd="0" destOrd="0" parTransId="{17391611-78C6-43BD-9DEB-B1A58B11D606}" sibTransId="{93BE7291-47DA-458A-B668-8A72EB521BAD}"/>
    <dgm:cxn modelId="{573E82B4-3A86-42E4-A420-D437E976501E}" type="presOf" srcId="{6C9A3DB1-F130-4A16-9FBB-0015CBDF32F4}" destId="{5816F711-A556-4B3D-89EC-4619408BE0B0}" srcOrd="0" destOrd="0" presId="urn:microsoft.com/office/officeart/2016/7/layout/BasicLinearProcessNumbered"/>
    <dgm:cxn modelId="{97C5E1B5-14DE-4D28-8226-25153A0309E0}" srcId="{CB694B50-978E-42F9-809B-15B4A0C4268B}" destId="{C0F020E5-55B5-492A-8515-7307971A9BCA}" srcOrd="2" destOrd="0" parTransId="{747325B1-4843-492F-BE4D-13B288E48FB3}" sibTransId="{D7ADC5DC-7224-4175-8EE4-780F7507BDDF}"/>
    <dgm:cxn modelId="{BE579BBE-C7BF-4EE8-963B-BBE39410C5A4}" type="presOf" srcId="{C0F020E5-55B5-492A-8515-7307971A9BCA}" destId="{A5BAA2D4-486E-4153-A92E-1F8F34E588FF}" srcOrd="1" destOrd="0" presId="urn:microsoft.com/office/officeart/2016/7/layout/BasicLinearProcessNumbered"/>
    <dgm:cxn modelId="{8F4CB9C9-36F3-4942-BF7F-3557D26E8DC3}" srcId="{CB694B50-978E-42F9-809B-15B4A0C4268B}" destId="{85EAC76A-1EF3-4C5D-AFC8-E8C0342B0E34}" srcOrd="3" destOrd="0" parTransId="{C90B8277-5283-451D-A15D-0C6A97BCB688}" sibTransId="{6C9A3DB1-F130-4A16-9FBB-0015CBDF32F4}"/>
    <dgm:cxn modelId="{6D4BB9D6-E7BE-4A4A-9A55-42E04935BA89}" type="presOf" srcId="{85EAC76A-1EF3-4C5D-AFC8-E8C0342B0E34}" destId="{695C4D46-F7F7-40F2-9848-F23051F1F1A7}" srcOrd="1" destOrd="0" presId="urn:microsoft.com/office/officeart/2016/7/layout/BasicLinearProcessNumbered"/>
    <dgm:cxn modelId="{F8C0EAE5-3DA5-400E-B9E3-1B1F3C4D5949}" type="presOf" srcId="{D7ADC5DC-7224-4175-8EE4-780F7507BDDF}" destId="{EAA9AD19-DE3D-4B89-8942-CCC7E87B3181}" srcOrd="0" destOrd="0" presId="urn:microsoft.com/office/officeart/2016/7/layout/BasicLinearProcessNumbered"/>
    <dgm:cxn modelId="{9E4CD4F8-A20A-48AF-B4F6-A8C61A527DCE}" srcId="{CB694B50-978E-42F9-809B-15B4A0C4268B}" destId="{CC2A05EC-E980-40C0-AD80-4F9F6B81D921}" srcOrd="1" destOrd="0" parTransId="{0A853A7D-899B-4C35-855A-E51977BEF844}" sibTransId="{5D337D1E-8CDF-46ED-8F96-391463DCDAD5}"/>
    <dgm:cxn modelId="{B9518FFB-F025-439E-B699-0E560730F96A}" type="presOf" srcId="{CB694B50-978E-42F9-809B-15B4A0C4268B}" destId="{E3F8F94B-B76C-4E06-9EDC-1901CF9D9820}" srcOrd="0" destOrd="0" presId="urn:microsoft.com/office/officeart/2016/7/layout/BasicLinearProcessNumbered"/>
    <dgm:cxn modelId="{8CD9B070-9B3E-4795-B828-D3DD8EF4EBF5}" type="presParOf" srcId="{E3F8F94B-B76C-4E06-9EDC-1901CF9D9820}" destId="{14CAB0BC-9F59-4FBB-B930-348ACC097783}" srcOrd="0" destOrd="0" presId="urn:microsoft.com/office/officeart/2016/7/layout/BasicLinearProcessNumbered"/>
    <dgm:cxn modelId="{AAA88B74-1A61-4AFB-976E-E542DA80300C}" type="presParOf" srcId="{14CAB0BC-9F59-4FBB-B930-348ACC097783}" destId="{CDBDA3C6-AF93-4232-AD74-DFFD455C54E4}" srcOrd="0" destOrd="0" presId="urn:microsoft.com/office/officeart/2016/7/layout/BasicLinearProcessNumbered"/>
    <dgm:cxn modelId="{BF7C0B2D-9E07-44B4-9323-D0115A8FE530}" type="presParOf" srcId="{14CAB0BC-9F59-4FBB-B930-348ACC097783}" destId="{D9AE7F01-0874-4B02-9055-4C2D430FED5A}" srcOrd="1" destOrd="0" presId="urn:microsoft.com/office/officeart/2016/7/layout/BasicLinearProcessNumbered"/>
    <dgm:cxn modelId="{4CE90CD1-EB09-4AA1-8FE1-E346CD7C4600}" type="presParOf" srcId="{14CAB0BC-9F59-4FBB-B930-348ACC097783}" destId="{4F6291DC-D090-417D-A31F-5FFE0A19B5CA}" srcOrd="2" destOrd="0" presId="urn:microsoft.com/office/officeart/2016/7/layout/BasicLinearProcessNumbered"/>
    <dgm:cxn modelId="{2A47E02E-9F75-4009-9587-ED8F7E06517D}" type="presParOf" srcId="{14CAB0BC-9F59-4FBB-B930-348ACC097783}" destId="{BC437A64-CB02-49A2-AEC4-A460D2FD31C8}" srcOrd="3" destOrd="0" presId="urn:microsoft.com/office/officeart/2016/7/layout/BasicLinearProcessNumbered"/>
    <dgm:cxn modelId="{97C24BCD-7808-4178-9370-D441CC9988A1}" type="presParOf" srcId="{E3F8F94B-B76C-4E06-9EDC-1901CF9D9820}" destId="{E8718DCB-106E-47C6-8268-7FB051484D26}" srcOrd="1" destOrd="0" presId="urn:microsoft.com/office/officeart/2016/7/layout/BasicLinearProcessNumbered"/>
    <dgm:cxn modelId="{18B17D34-75A6-45B5-8E07-0635A997AFEF}" type="presParOf" srcId="{E3F8F94B-B76C-4E06-9EDC-1901CF9D9820}" destId="{AC767264-59A2-4C24-BC14-372F4A48010B}" srcOrd="2" destOrd="0" presId="urn:microsoft.com/office/officeart/2016/7/layout/BasicLinearProcessNumbered"/>
    <dgm:cxn modelId="{685872CA-789E-4FA4-8D09-3AD233FFCF5A}" type="presParOf" srcId="{AC767264-59A2-4C24-BC14-372F4A48010B}" destId="{32FBC626-BB07-4023-B034-E13151365ED7}" srcOrd="0" destOrd="0" presId="urn:microsoft.com/office/officeart/2016/7/layout/BasicLinearProcessNumbered"/>
    <dgm:cxn modelId="{FD190F91-F049-438A-880A-329B99477D3F}" type="presParOf" srcId="{AC767264-59A2-4C24-BC14-372F4A48010B}" destId="{B973910B-F92E-4261-B214-A3BEA4A98343}" srcOrd="1" destOrd="0" presId="urn:microsoft.com/office/officeart/2016/7/layout/BasicLinearProcessNumbered"/>
    <dgm:cxn modelId="{C67E7078-B7FE-44F9-B544-2980EB5F6B7B}" type="presParOf" srcId="{AC767264-59A2-4C24-BC14-372F4A48010B}" destId="{7EBDD500-BA36-4CBC-9B79-DFBDF918AB89}" srcOrd="2" destOrd="0" presId="urn:microsoft.com/office/officeart/2016/7/layout/BasicLinearProcessNumbered"/>
    <dgm:cxn modelId="{4B30C8F1-9A03-4BB0-B80D-E20D64A283DC}" type="presParOf" srcId="{AC767264-59A2-4C24-BC14-372F4A48010B}" destId="{490C8E2B-C738-4BD1-A01C-914976E0FC0D}" srcOrd="3" destOrd="0" presId="urn:microsoft.com/office/officeart/2016/7/layout/BasicLinearProcessNumbered"/>
    <dgm:cxn modelId="{F321B0E8-565B-4D68-8902-8874EFEC1280}" type="presParOf" srcId="{E3F8F94B-B76C-4E06-9EDC-1901CF9D9820}" destId="{8AE4CAAB-92A3-42AB-9A89-E0993D80D666}" srcOrd="3" destOrd="0" presId="urn:microsoft.com/office/officeart/2016/7/layout/BasicLinearProcessNumbered"/>
    <dgm:cxn modelId="{B3A08E00-1B45-49E8-9358-70A12A2BCACA}" type="presParOf" srcId="{E3F8F94B-B76C-4E06-9EDC-1901CF9D9820}" destId="{8551B047-15BA-4CAE-AF44-5C51C6F29825}" srcOrd="4" destOrd="0" presId="urn:microsoft.com/office/officeart/2016/7/layout/BasicLinearProcessNumbered"/>
    <dgm:cxn modelId="{3F9164BA-FFEE-46AC-8DEF-E0D203DBE2CF}" type="presParOf" srcId="{8551B047-15BA-4CAE-AF44-5C51C6F29825}" destId="{27DD049C-8CEA-4618-95BC-3C9C47BA6089}" srcOrd="0" destOrd="0" presId="urn:microsoft.com/office/officeart/2016/7/layout/BasicLinearProcessNumbered"/>
    <dgm:cxn modelId="{4777BD14-0014-4DF0-9E75-D197810270A9}" type="presParOf" srcId="{8551B047-15BA-4CAE-AF44-5C51C6F29825}" destId="{EAA9AD19-DE3D-4B89-8942-CCC7E87B3181}" srcOrd="1" destOrd="0" presId="urn:microsoft.com/office/officeart/2016/7/layout/BasicLinearProcessNumbered"/>
    <dgm:cxn modelId="{56E103F1-67D0-4990-9785-212A97B65A53}" type="presParOf" srcId="{8551B047-15BA-4CAE-AF44-5C51C6F29825}" destId="{661885EA-39D8-4A19-953E-9DAE58BA12F0}" srcOrd="2" destOrd="0" presId="urn:microsoft.com/office/officeart/2016/7/layout/BasicLinearProcessNumbered"/>
    <dgm:cxn modelId="{C3D93B8E-9796-4BB2-8690-ABE736BAE263}" type="presParOf" srcId="{8551B047-15BA-4CAE-AF44-5C51C6F29825}" destId="{A5BAA2D4-486E-4153-A92E-1F8F34E588FF}" srcOrd="3" destOrd="0" presId="urn:microsoft.com/office/officeart/2016/7/layout/BasicLinearProcessNumbered"/>
    <dgm:cxn modelId="{26E3BCFF-A77E-40D5-BC64-4DEC14C5352F}" type="presParOf" srcId="{E3F8F94B-B76C-4E06-9EDC-1901CF9D9820}" destId="{A518E4F7-619F-48B8-A408-D9DC7A917253}" srcOrd="5" destOrd="0" presId="urn:microsoft.com/office/officeart/2016/7/layout/BasicLinearProcessNumbered"/>
    <dgm:cxn modelId="{9940EE29-62DF-4689-9914-9DB4A97BF571}" type="presParOf" srcId="{E3F8F94B-B76C-4E06-9EDC-1901CF9D9820}" destId="{81B04DDB-0991-42F3-A6E0-46B30E3EF9C3}" srcOrd="6" destOrd="0" presId="urn:microsoft.com/office/officeart/2016/7/layout/BasicLinearProcessNumbered"/>
    <dgm:cxn modelId="{A242D2DF-89FA-4365-B679-7A7E82A5654B}" type="presParOf" srcId="{81B04DDB-0991-42F3-A6E0-46B30E3EF9C3}" destId="{839CCD9D-D454-4F6D-90B3-C19953A043FC}" srcOrd="0" destOrd="0" presId="urn:microsoft.com/office/officeart/2016/7/layout/BasicLinearProcessNumbered"/>
    <dgm:cxn modelId="{BDCE4445-853B-4C1F-B63D-CAD9BCBABADD}" type="presParOf" srcId="{81B04DDB-0991-42F3-A6E0-46B30E3EF9C3}" destId="{5816F711-A556-4B3D-89EC-4619408BE0B0}" srcOrd="1" destOrd="0" presId="urn:microsoft.com/office/officeart/2016/7/layout/BasicLinearProcessNumbered"/>
    <dgm:cxn modelId="{A95E07C4-A040-409A-8762-208DEC7FF35C}" type="presParOf" srcId="{81B04DDB-0991-42F3-A6E0-46B30E3EF9C3}" destId="{13436334-80F8-4C02-B4C2-B76A3D7130DC}" srcOrd="2" destOrd="0" presId="urn:microsoft.com/office/officeart/2016/7/layout/BasicLinearProcessNumbered"/>
    <dgm:cxn modelId="{CCA2DA53-9121-43F9-BE78-1A83678C8CA5}" type="presParOf" srcId="{81B04DDB-0991-42F3-A6E0-46B30E3EF9C3}" destId="{695C4D46-F7F7-40F2-9848-F23051F1F1A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666951-875D-4FB7-B325-E8F9B69CFA5B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5AAFC04F-54E9-430A-87F9-54FD6897B201}">
      <dgm:prSet/>
      <dgm:spPr/>
      <dgm:t>
        <a:bodyPr/>
        <a:lstStyle/>
        <a:p>
          <a:r>
            <a:rPr lang="en-GB"/>
            <a:t>Fine-Tuned YOLOv8 achieved the best performance</a:t>
          </a:r>
          <a:endParaRPr lang="en-US"/>
        </a:p>
      </dgm:t>
    </dgm:pt>
    <dgm:pt modelId="{0BABE828-A596-4B10-8AB7-9BD0A1B13052}" type="parTrans" cxnId="{AD539512-A091-4141-88F4-86752B27010E}">
      <dgm:prSet/>
      <dgm:spPr/>
      <dgm:t>
        <a:bodyPr/>
        <a:lstStyle/>
        <a:p>
          <a:endParaRPr lang="en-US"/>
        </a:p>
      </dgm:t>
    </dgm:pt>
    <dgm:pt modelId="{069C6BAA-69F1-4FCA-BCA8-A04ECFF304BB}" type="sibTrans" cxnId="{AD539512-A091-4141-88F4-86752B27010E}">
      <dgm:prSet/>
      <dgm:spPr/>
      <dgm:t>
        <a:bodyPr/>
        <a:lstStyle/>
        <a:p>
          <a:endParaRPr lang="en-US"/>
        </a:p>
      </dgm:t>
    </dgm:pt>
    <dgm:pt modelId="{00836E34-E406-486E-82C5-2223DB914093}">
      <dgm:prSet/>
      <dgm:spPr/>
      <dgm:t>
        <a:bodyPr/>
        <a:lstStyle/>
        <a:p>
          <a:r>
            <a:rPr lang="en-GB"/>
            <a:t>Reasons:</a:t>
          </a:r>
          <a:endParaRPr lang="en-US"/>
        </a:p>
      </dgm:t>
    </dgm:pt>
    <dgm:pt modelId="{C50CAEC5-D18F-4ECD-98A1-0BBDE73998AC}" type="parTrans" cxnId="{13475B6E-FD1B-481E-89A1-7CF603E3B850}">
      <dgm:prSet/>
      <dgm:spPr/>
      <dgm:t>
        <a:bodyPr/>
        <a:lstStyle/>
        <a:p>
          <a:endParaRPr lang="en-US"/>
        </a:p>
      </dgm:t>
    </dgm:pt>
    <dgm:pt modelId="{4B4EC1AB-1F2F-43FA-AEF2-1080E7920835}" type="sibTrans" cxnId="{13475B6E-FD1B-481E-89A1-7CF603E3B850}">
      <dgm:prSet/>
      <dgm:spPr/>
      <dgm:t>
        <a:bodyPr/>
        <a:lstStyle/>
        <a:p>
          <a:endParaRPr lang="en-US"/>
        </a:p>
      </dgm:t>
    </dgm:pt>
    <dgm:pt modelId="{E4FF6FB7-49EB-46E9-A1E3-E07DEB399F03}">
      <dgm:prSet/>
      <dgm:spPr/>
      <dgm:t>
        <a:bodyPr/>
        <a:lstStyle/>
        <a:p>
          <a:r>
            <a:rPr lang="en-GB"/>
            <a:t>Higher precision</a:t>
          </a:r>
          <a:endParaRPr lang="en-US"/>
        </a:p>
      </dgm:t>
    </dgm:pt>
    <dgm:pt modelId="{46BBD036-500B-4730-BF09-68AF83A81EEB}" type="parTrans" cxnId="{6D37B916-B379-40CC-A02C-1A74006DD7B6}">
      <dgm:prSet/>
      <dgm:spPr/>
      <dgm:t>
        <a:bodyPr/>
        <a:lstStyle/>
        <a:p>
          <a:endParaRPr lang="en-US"/>
        </a:p>
      </dgm:t>
    </dgm:pt>
    <dgm:pt modelId="{8DA93F4F-7ADF-4583-AE35-11759D4032EC}" type="sibTrans" cxnId="{6D37B916-B379-40CC-A02C-1A74006DD7B6}">
      <dgm:prSet/>
      <dgm:spPr/>
      <dgm:t>
        <a:bodyPr/>
        <a:lstStyle/>
        <a:p>
          <a:endParaRPr lang="en-US"/>
        </a:p>
      </dgm:t>
    </dgm:pt>
    <dgm:pt modelId="{C22F4AA5-AC3E-4641-B295-9ECE91FF56C4}">
      <dgm:prSet/>
      <dgm:spPr/>
      <dgm:t>
        <a:bodyPr/>
        <a:lstStyle/>
        <a:p>
          <a:r>
            <a:rPr lang="en-GB"/>
            <a:t>Better recall</a:t>
          </a:r>
          <a:endParaRPr lang="en-US"/>
        </a:p>
      </dgm:t>
    </dgm:pt>
    <dgm:pt modelId="{4ED54F62-E755-48C6-919C-2484ED11D863}" type="parTrans" cxnId="{BDCEF3E0-0DDC-4423-A33F-16F1682632E7}">
      <dgm:prSet/>
      <dgm:spPr/>
      <dgm:t>
        <a:bodyPr/>
        <a:lstStyle/>
        <a:p>
          <a:endParaRPr lang="en-US"/>
        </a:p>
      </dgm:t>
    </dgm:pt>
    <dgm:pt modelId="{82395612-DD71-49EB-ACDD-8BBE30F0BF83}" type="sibTrans" cxnId="{BDCEF3E0-0DDC-4423-A33F-16F1682632E7}">
      <dgm:prSet/>
      <dgm:spPr/>
      <dgm:t>
        <a:bodyPr/>
        <a:lstStyle/>
        <a:p>
          <a:endParaRPr lang="en-US"/>
        </a:p>
      </dgm:t>
    </dgm:pt>
    <dgm:pt modelId="{66AB39CE-DE50-4EA5-AAFB-4C1BDBBFA116}">
      <dgm:prSet/>
      <dgm:spPr/>
      <dgm:t>
        <a:bodyPr/>
        <a:lstStyle/>
        <a:p>
          <a:r>
            <a:rPr lang="en-GB"/>
            <a:t>Improved mAP score</a:t>
          </a:r>
          <a:endParaRPr lang="en-US"/>
        </a:p>
      </dgm:t>
    </dgm:pt>
    <dgm:pt modelId="{D90211F9-B2D2-40DE-980F-D49B5DDAC668}" type="parTrans" cxnId="{DF3951F5-3F68-4984-A1A3-958A7A66E0AA}">
      <dgm:prSet/>
      <dgm:spPr/>
      <dgm:t>
        <a:bodyPr/>
        <a:lstStyle/>
        <a:p>
          <a:endParaRPr lang="en-US"/>
        </a:p>
      </dgm:t>
    </dgm:pt>
    <dgm:pt modelId="{698A2371-AA5E-46DA-8BC8-64F15FA0BB24}" type="sibTrans" cxnId="{DF3951F5-3F68-4984-A1A3-958A7A66E0AA}">
      <dgm:prSet/>
      <dgm:spPr/>
      <dgm:t>
        <a:bodyPr/>
        <a:lstStyle/>
        <a:p>
          <a:endParaRPr lang="en-US"/>
        </a:p>
      </dgm:t>
    </dgm:pt>
    <dgm:pt modelId="{3C3F27BC-7FCB-4C19-8012-C442ECF977BC}">
      <dgm:prSet/>
      <dgm:spPr/>
      <dgm:t>
        <a:bodyPr/>
        <a:lstStyle/>
        <a:p>
          <a:r>
            <a:rPr lang="en-GB"/>
            <a:t>Better generalization</a:t>
          </a:r>
          <a:endParaRPr lang="en-US"/>
        </a:p>
      </dgm:t>
    </dgm:pt>
    <dgm:pt modelId="{4ADBFFCA-B4B1-4C46-B650-79C3764D347D}" type="parTrans" cxnId="{E6409D16-097F-4B35-A292-AAC71A4FAA3B}">
      <dgm:prSet/>
      <dgm:spPr/>
      <dgm:t>
        <a:bodyPr/>
        <a:lstStyle/>
        <a:p>
          <a:endParaRPr lang="en-US"/>
        </a:p>
      </dgm:t>
    </dgm:pt>
    <dgm:pt modelId="{1E7176BD-E044-4DF6-824B-16810DB8C33A}" type="sibTrans" cxnId="{E6409D16-097F-4B35-A292-AAC71A4FAA3B}">
      <dgm:prSet/>
      <dgm:spPr/>
      <dgm:t>
        <a:bodyPr/>
        <a:lstStyle/>
        <a:p>
          <a:endParaRPr lang="en-US"/>
        </a:p>
      </dgm:t>
    </dgm:pt>
    <dgm:pt modelId="{83CF11EB-FB45-4F18-96B3-0BFF2EC61D75}" type="pres">
      <dgm:prSet presAssocID="{BE666951-875D-4FB7-B325-E8F9B69CFA5B}" presName="vert0" presStyleCnt="0">
        <dgm:presLayoutVars>
          <dgm:dir/>
          <dgm:animOne val="branch"/>
          <dgm:animLvl val="lvl"/>
        </dgm:presLayoutVars>
      </dgm:prSet>
      <dgm:spPr/>
    </dgm:pt>
    <dgm:pt modelId="{A6A50610-3C82-4A8C-B5EB-D10270B3D6F7}" type="pres">
      <dgm:prSet presAssocID="{5AAFC04F-54E9-430A-87F9-54FD6897B201}" presName="thickLine" presStyleLbl="alignNode1" presStyleIdx="0" presStyleCnt="6"/>
      <dgm:spPr/>
    </dgm:pt>
    <dgm:pt modelId="{3DB404C2-A09E-4880-8D13-7E1D9B90BF14}" type="pres">
      <dgm:prSet presAssocID="{5AAFC04F-54E9-430A-87F9-54FD6897B201}" presName="horz1" presStyleCnt="0"/>
      <dgm:spPr/>
    </dgm:pt>
    <dgm:pt modelId="{F9B9D6E2-83F7-4EA5-8225-1A0DF0DA7965}" type="pres">
      <dgm:prSet presAssocID="{5AAFC04F-54E9-430A-87F9-54FD6897B201}" presName="tx1" presStyleLbl="revTx" presStyleIdx="0" presStyleCnt="6"/>
      <dgm:spPr/>
    </dgm:pt>
    <dgm:pt modelId="{362F653C-4364-49B1-A929-6231E160B7AF}" type="pres">
      <dgm:prSet presAssocID="{5AAFC04F-54E9-430A-87F9-54FD6897B201}" presName="vert1" presStyleCnt="0"/>
      <dgm:spPr/>
    </dgm:pt>
    <dgm:pt modelId="{FC617E03-418A-450B-9B79-A8822F9DE74D}" type="pres">
      <dgm:prSet presAssocID="{00836E34-E406-486E-82C5-2223DB914093}" presName="thickLine" presStyleLbl="alignNode1" presStyleIdx="1" presStyleCnt="6"/>
      <dgm:spPr/>
    </dgm:pt>
    <dgm:pt modelId="{6B9B0B57-5456-433C-9D0D-81BD31D32810}" type="pres">
      <dgm:prSet presAssocID="{00836E34-E406-486E-82C5-2223DB914093}" presName="horz1" presStyleCnt="0"/>
      <dgm:spPr/>
    </dgm:pt>
    <dgm:pt modelId="{7C32E7FF-0C22-4F53-AF24-551A384835AF}" type="pres">
      <dgm:prSet presAssocID="{00836E34-E406-486E-82C5-2223DB914093}" presName="tx1" presStyleLbl="revTx" presStyleIdx="1" presStyleCnt="6"/>
      <dgm:spPr/>
    </dgm:pt>
    <dgm:pt modelId="{BD73EA98-AF48-4B0E-BA89-509B1C305B82}" type="pres">
      <dgm:prSet presAssocID="{00836E34-E406-486E-82C5-2223DB914093}" presName="vert1" presStyleCnt="0"/>
      <dgm:spPr/>
    </dgm:pt>
    <dgm:pt modelId="{05D6B71D-94EA-4D07-9F66-BB84F75E0E70}" type="pres">
      <dgm:prSet presAssocID="{E4FF6FB7-49EB-46E9-A1E3-E07DEB399F03}" presName="thickLine" presStyleLbl="alignNode1" presStyleIdx="2" presStyleCnt="6"/>
      <dgm:spPr/>
    </dgm:pt>
    <dgm:pt modelId="{75F2A39C-AF6D-40CB-A58A-139709F82582}" type="pres">
      <dgm:prSet presAssocID="{E4FF6FB7-49EB-46E9-A1E3-E07DEB399F03}" presName="horz1" presStyleCnt="0"/>
      <dgm:spPr/>
    </dgm:pt>
    <dgm:pt modelId="{E13C1B21-D355-449F-8555-36B42EF6063B}" type="pres">
      <dgm:prSet presAssocID="{E4FF6FB7-49EB-46E9-A1E3-E07DEB399F03}" presName="tx1" presStyleLbl="revTx" presStyleIdx="2" presStyleCnt="6"/>
      <dgm:spPr/>
    </dgm:pt>
    <dgm:pt modelId="{C670A312-FB77-468C-A9F0-3B3528C5E32A}" type="pres">
      <dgm:prSet presAssocID="{E4FF6FB7-49EB-46E9-A1E3-E07DEB399F03}" presName="vert1" presStyleCnt="0"/>
      <dgm:spPr/>
    </dgm:pt>
    <dgm:pt modelId="{9950C4AD-C3B1-48FE-B061-789962BC69FE}" type="pres">
      <dgm:prSet presAssocID="{C22F4AA5-AC3E-4641-B295-9ECE91FF56C4}" presName="thickLine" presStyleLbl="alignNode1" presStyleIdx="3" presStyleCnt="6"/>
      <dgm:spPr/>
    </dgm:pt>
    <dgm:pt modelId="{34C767F9-A2C6-4C93-97C6-D50EFC6CC9E9}" type="pres">
      <dgm:prSet presAssocID="{C22F4AA5-AC3E-4641-B295-9ECE91FF56C4}" presName="horz1" presStyleCnt="0"/>
      <dgm:spPr/>
    </dgm:pt>
    <dgm:pt modelId="{36056AA0-A235-4713-96DD-046D60DAD89F}" type="pres">
      <dgm:prSet presAssocID="{C22F4AA5-AC3E-4641-B295-9ECE91FF56C4}" presName="tx1" presStyleLbl="revTx" presStyleIdx="3" presStyleCnt="6"/>
      <dgm:spPr/>
    </dgm:pt>
    <dgm:pt modelId="{C8A6B2B0-9300-4D63-ADC1-0CD414268330}" type="pres">
      <dgm:prSet presAssocID="{C22F4AA5-AC3E-4641-B295-9ECE91FF56C4}" presName="vert1" presStyleCnt="0"/>
      <dgm:spPr/>
    </dgm:pt>
    <dgm:pt modelId="{7816E5F8-C020-48A2-B6DE-1E82365714DA}" type="pres">
      <dgm:prSet presAssocID="{66AB39CE-DE50-4EA5-AAFB-4C1BDBBFA116}" presName="thickLine" presStyleLbl="alignNode1" presStyleIdx="4" presStyleCnt="6"/>
      <dgm:spPr/>
    </dgm:pt>
    <dgm:pt modelId="{751ACCBE-6B4F-48CE-8A59-F57A85D37A6B}" type="pres">
      <dgm:prSet presAssocID="{66AB39CE-DE50-4EA5-AAFB-4C1BDBBFA116}" presName="horz1" presStyleCnt="0"/>
      <dgm:spPr/>
    </dgm:pt>
    <dgm:pt modelId="{57473B85-867D-4F9D-B44D-F241215CEE6C}" type="pres">
      <dgm:prSet presAssocID="{66AB39CE-DE50-4EA5-AAFB-4C1BDBBFA116}" presName="tx1" presStyleLbl="revTx" presStyleIdx="4" presStyleCnt="6"/>
      <dgm:spPr/>
    </dgm:pt>
    <dgm:pt modelId="{8A577CBE-9E16-4B74-8F0F-F7D1236481A8}" type="pres">
      <dgm:prSet presAssocID="{66AB39CE-DE50-4EA5-AAFB-4C1BDBBFA116}" presName="vert1" presStyleCnt="0"/>
      <dgm:spPr/>
    </dgm:pt>
    <dgm:pt modelId="{BD06F9F4-A093-4897-BB47-E7F9A0B9903E}" type="pres">
      <dgm:prSet presAssocID="{3C3F27BC-7FCB-4C19-8012-C442ECF977BC}" presName="thickLine" presStyleLbl="alignNode1" presStyleIdx="5" presStyleCnt="6"/>
      <dgm:spPr/>
    </dgm:pt>
    <dgm:pt modelId="{82EAD8AA-EBF1-45AC-880D-C03D928EC2E7}" type="pres">
      <dgm:prSet presAssocID="{3C3F27BC-7FCB-4C19-8012-C442ECF977BC}" presName="horz1" presStyleCnt="0"/>
      <dgm:spPr/>
    </dgm:pt>
    <dgm:pt modelId="{261D4E83-43B2-4242-9A43-2E7350C44C4F}" type="pres">
      <dgm:prSet presAssocID="{3C3F27BC-7FCB-4C19-8012-C442ECF977BC}" presName="tx1" presStyleLbl="revTx" presStyleIdx="5" presStyleCnt="6"/>
      <dgm:spPr/>
    </dgm:pt>
    <dgm:pt modelId="{4C121DFD-8C1A-4AD4-A342-5D7B44FECD99}" type="pres">
      <dgm:prSet presAssocID="{3C3F27BC-7FCB-4C19-8012-C442ECF977BC}" presName="vert1" presStyleCnt="0"/>
      <dgm:spPr/>
    </dgm:pt>
  </dgm:ptLst>
  <dgm:cxnLst>
    <dgm:cxn modelId="{8C11E003-2D16-4D80-904A-894A39524912}" type="presOf" srcId="{BE666951-875D-4FB7-B325-E8F9B69CFA5B}" destId="{83CF11EB-FB45-4F18-96B3-0BFF2EC61D75}" srcOrd="0" destOrd="0" presId="urn:microsoft.com/office/officeart/2008/layout/LinedList"/>
    <dgm:cxn modelId="{EB36030E-2F60-4DBB-8C80-CFC23C954BA1}" type="presOf" srcId="{5AAFC04F-54E9-430A-87F9-54FD6897B201}" destId="{F9B9D6E2-83F7-4EA5-8225-1A0DF0DA7965}" srcOrd="0" destOrd="0" presId="urn:microsoft.com/office/officeart/2008/layout/LinedList"/>
    <dgm:cxn modelId="{AD539512-A091-4141-88F4-86752B27010E}" srcId="{BE666951-875D-4FB7-B325-E8F9B69CFA5B}" destId="{5AAFC04F-54E9-430A-87F9-54FD6897B201}" srcOrd="0" destOrd="0" parTransId="{0BABE828-A596-4B10-8AB7-9BD0A1B13052}" sibTransId="{069C6BAA-69F1-4FCA-BCA8-A04ECFF304BB}"/>
    <dgm:cxn modelId="{4AB65F15-94BE-4F89-9215-A67A33B7C918}" type="presOf" srcId="{66AB39CE-DE50-4EA5-AAFB-4C1BDBBFA116}" destId="{57473B85-867D-4F9D-B44D-F241215CEE6C}" srcOrd="0" destOrd="0" presId="urn:microsoft.com/office/officeart/2008/layout/LinedList"/>
    <dgm:cxn modelId="{E6409D16-097F-4B35-A292-AAC71A4FAA3B}" srcId="{BE666951-875D-4FB7-B325-E8F9B69CFA5B}" destId="{3C3F27BC-7FCB-4C19-8012-C442ECF977BC}" srcOrd="5" destOrd="0" parTransId="{4ADBFFCA-B4B1-4C46-B650-79C3764D347D}" sibTransId="{1E7176BD-E044-4DF6-824B-16810DB8C33A}"/>
    <dgm:cxn modelId="{6D37B916-B379-40CC-A02C-1A74006DD7B6}" srcId="{BE666951-875D-4FB7-B325-E8F9B69CFA5B}" destId="{E4FF6FB7-49EB-46E9-A1E3-E07DEB399F03}" srcOrd="2" destOrd="0" parTransId="{46BBD036-500B-4730-BF09-68AF83A81EEB}" sibTransId="{8DA93F4F-7ADF-4583-AE35-11759D4032EC}"/>
    <dgm:cxn modelId="{3148022E-CBD0-417C-94A1-02318926182C}" type="presOf" srcId="{00836E34-E406-486E-82C5-2223DB914093}" destId="{7C32E7FF-0C22-4F53-AF24-551A384835AF}" srcOrd="0" destOrd="0" presId="urn:microsoft.com/office/officeart/2008/layout/LinedList"/>
    <dgm:cxn modelId="{13475B6E-FD1B-481E-89A1-7CF603E3B850}" srcId="{BE666951-875D-4FB7-B325-E8F9B69CFA5B}" destId="{00836E34-E406-486E-82C5-2223DB914093}" srcOrd="1" destOrd="0" parTransId="{C50CAEC5-D18F-4ECD-98A1-0BBDE73998AC}" sibTransId="{4B4EC1AB-1F2F-43FA-AEF2-1080E7920835}"/>
    <dgm:cxn modelId="{D0B1B650-AEBE-40E2-BE7F-7A849E11B64B}" type="presOf" srcId="{C22F4AA5-AC3E-4641-B295-9ECE91FF56C4}" destId="{36056AA0-A235-4713-96DD-046D60DAD89F}" srcOrd="0" destOrd="0" presId="urn:microsoft.com/office/officeart/2008/layout/LinedList"/>
    <dgm:cxn modelId="{DCD2B655-D996-4392-B932-BB24111D781E}" type="presOf" srcId="{3C3F27BC-7FCB-4C19-8012-C442ECF977BC}" destId="{261D4E83-43B2-4242-9A43-2E7350C44C4F}" srcOrd="0" destOrd="0" presId="urn:microsoft.com/office/officeart/2008/layout/LinedList"/>
    <dgm:cxn modelId="{92054D90-FA57-492B-BE28-4BE93CB40C7B}" type="presOf" srcId="{E4FF6FB7-49EB-46E9-A1E3-E07DEB399F03}" destId="{E13C1B21-D355-449F-8555-36B42EF6063B}" srcOrd="0" destOrd="0" presId="urn:microsoft.com/office/officeart/2008/layout/LinedList"/>
    <dgm:cxn modelId="{BDCEF3E0-0DDC-4423-A33F-16F1682632E7}" srcId="{BE666951-875D-4FB7-B325-E8F9B69CFA5B}" destId="{C22F4AA5-AC3E-4641-B295-9ECE91FF56C4}" srcOrd="3" destOrd="0" parTransId="{4ED54F62-E755-48C6-919C-2484ED11D863}" sibTransId="{82395612-DD71-49EB-ACDD-8BBE30F0BF83}"/>
    <dgm:cxn modelId="{DF3951F5-3F68-4984-A1A3-958A7A66E0AA}" srcId="{BE666951-875D-4FB7-B325-E8F9B69CFA5B}" destId="{66AB39CE-DE50-4EA5-AAFB-4C1BDBBFA116}" srcOrd="4" destOrd="0" parTransId="{D90211F9-B2D2-40DE-980F-D49B5DDAC668}" sibTransId="{698A2371-AA5E-46DA-8BC8-64F15FA0BB24}"/>
    <dgm:cxn modelId="{F8E1A04B-D9A1-43E1-A244-B6C0FE35F321}" type="presParOf" srcId="{83CF11EB-FB45-4F18-96B3-0BFF2EC61D75}" destId="{A6A50610-3C82-4A8C-B5EB-D10270B3D6F7}" srcOrd="0" destOrd="0" presId="urn:microsoft.com/office/officeart/2008/layout/LinedList"/>
    <dgm:cxn modelId="{46DE6C07-41F8-48AE-A4F4-E2A514DE6DA7}" type="presParOf" srcId="{83CF11EB-FB45-4F18-96B3-0BFF2EC61D75}" destId="{3DB404C2-A09E-4880-8D13-7E1D9B90BF14}" srcOrd="1" destOrd="0" presId="urn:microsoft.com/office/officeart/2008/layout/LinedList"/>
    <dgm:cxn modelId="{B65C7F41-D590-495D-AA4F-38FB864EC7C4}" type="presParOf" srcId="{3DB404C2-A09E-4880-8D13-7E1D9B90BF14}" destId="{F9B9D6E2-83F7-4EA5-8225-1A0DF0DA7965}" srcOrd="0" destOrd="0" presId="urn:microsoft.com/office/officeart/2008/layout/LinedList"/>
    <dgm:cxn modelId="{FD6A3156-10A8-45BD-B12C-1DBFD44890EA}" type="presParOf" srcId="{3DB404C2-A09E-4880-8D13-7E1D9B90BF14}" destId="{362F653C-4364-49B1-A929-6231E160B7AF}" srcOrd="1" destOrd="0" presId="urn:microsoft.com/office/officeart/2008/layout/LinedList"/>
    <dgm:cxn modelId="{0CA9260C-E5B9-4AFB-8F49-3FB7349D37DB}" type="presParOf" srcId="{83CF11EB-FB45-4F18-96B3-0BFF2EC61D75}" destId="{FC617E03-418A-450B-9B79-A8822F9DE74D}" srcOrd="2" destOrd="0" presId="urn:microsoft.com/office/officeart/2008/layout/LinedList"/>
    <dgm:cxn modelId="{C5DB4EC1-FAE4-4C42-9A71-09686432836E}" type="presParOf" srcId="{83CF11EB-FB45-4F18-96B3-0BFF2EC61D75}" destId="{6B9B0B57-5456-433C-9D0D-81BD31D32810}" srcOrd="3" destOrd="0" presId="urn:microsoft.com/office/officeart/2008/layout/LinedList"/>
    <dgm:cxn modelId="{779157AE-4FE6-4D6D-9EDF-E32B8746D9CB}" type="presParOf" srcId="{6B9B0B57-5456-433C-9D0D-81BD31D32810}" destId="{7C32E7FF-0C22-4F53-AF24-551A384835AF}" srcOrd="0" destOrd="0" presId="urn:microsoft.com/office/officeart/2008/layout/LinedList"/>
    <dgm:cxn modelId="{19487019-C8FF-41E8-AF7D-1855686781AF}" type="presParOf" srcId="{6B9B0B57-5456-433C-9D0D-81BD31D32810}" destId="{BD73EA98-AF48-4B0E-BA89-509B1C305B82}" srcOrd="1" destOrd="0" presId="urn:microsoft.com/office/officeart/2008/layout/LinedList"/>
    <dgm:cxn modelId="{4AA2F35F-B90B-46A0-80CD-F0EA0A7ADDF8}" type="presParOf" srcId="{83CF11EB-FB45-4F18-96B3-0BFF2EC61D75}" destId="{05D6B71D-94EA-4D07-9F66-BB84F75E0E70}" srcOrd="4" destOrd="0" presId="urn:microsoft.com/office/officeart/2008/layout/LinedList"/>
    <dgm:cxn modelId="{0DB4F5C0-E35F-403B-8214-0B9C85F28429}" type="presParOf" srcId="{83CF11EB-FB45-4F18-96B3-0BFF2EC61D75}" destId="{75F2A39C-AF6D-40CB-A58A-139709F82582}" srcOrd="5" destOrd="0" presId="urn:microsoft.com/office/officeart/2008/layout/LinedList"/>
    <dgm:cxn modelId="{8DC492AD-F81A-4A81-965F-5EF302342D2C}" type="presParOf" srcId="{75F2A39C-AF6D-40CB-A58A-139709F82582}" destId="{E13C1B21-D355-449F-8555-36B42EF6063B}" srcOrd="0" destOrd="0" presId="urn:microsoft.com/office/officeart/2008/layout/LinedList"/>
    <dgm:cxn modelId="{F8CAE892-110B-4064-98C3-7D843CE7DE76}" type="presParOf" srcId="{75F2A39C-AF6D-40CB-A58A-139709F82582}" destId="{C670A312-FB77-468C-A9F0-3B3528C5E32A}" srcOrd="1" destOrd="0" presId="urn:microsoft.com/office/officeart/2008/layout/LinedList"/>
    <dgm:cxn modelId="{57C9C8E6-92C9-4043-B84F-658197742EE8}" type="presParOf" srcId="{83CF11EB-FB45-4F18-96B3-0BFF2EC61D75}" destId="{9950C4AD-C3B1-48FE-B061-789962BC69FE}" srcOrd="6" destOrd="0" presId="urn:microsoft.com/office/officeart/2008/layout/LinedList"/>
    <dgm:cxn modelId="{2DE3F1FD-23C6-4477-A44E-4F3B51918DB0}" type="presParOf" srcId="{83CF11EB-FB45-4F18-96B3-0BFF2EC61D75}" destId="{34C767F9-A2C6-4C93-97C6-D50EFC6CC9E9}" srcOrd="7" destOrd="0" presId="urn:microsoft.com/office/officeart/2008/layout/LinedList"/>
    <dgm:cxn modelId="{74954F93-B6B6-497C-82FB-5A18C2AEEA93}" type="presParOf" srcId="{34C767F9-A2C6-4C93-97C6-D50EFC6CC9E9}" destId="{36056AA0-A235-4713-96DD-046D60DAD89F}" srcOrd="0" destOrd="0" presId="urn:microsoft.com/office/officeart/2008/layout/LinedList"/>
    <dgm:cxn modelId="{C19CC25D-8299-40FE-8FCF-446B72D39506}" type="presParOf" srcId="{34C767F9-A2C6-4C93-97C6-D50EFC6CC9E9}" destId="{C8A6B2B0-9300-4D63-ADC1-0CD414268330}" srcOrd="1" destOrd="0" presId="urn:microsoft.com/office/officeart/2008/layout/LinedList"/>
    <dgm:cxn modelId="{1BFBB64C-9E85-4554-B379-1867F4FFB928}" type="presParOf" srcId="{83CF11EB-FB45-4F18-96B3-0BFF2EC61D75}" destId="{7816E5F8-C020-48A2-B6DE-1E82365714DA}" srcOrd="8" destOrd="0" presId="urn:microsoft.com/office/officeart/2008/layout/LinedList"/>
    <dgm:cxn modelId="{AD8FF9BE-682F-4AD6-90A6-8944C1837A4D}" type="presParOf" srcId="{83CF11EB-FB45-4F18-96B3-0BFF2EC61D75}" destId="{751ACCBE-6B4F-48CE-8A59-F57A85D37A6B}" srcOrd="9" destOrd="0" presId="urn:microsoft.com/office/officeart/2008/layout/LinedList"/>
    <dgm:cxn modelId="{C5A2DBE7-4E88-4C20-BC03-5177B5E1FB96}" type="presParOf" srcId="{751ACCBE-6B4F-48CE-8A59-F57A85D37A6B}" destId="{57473B85-867D-4F9D-B44D-F241215CEE6C}" srcOrd="0" destOrd="0" presId="urn:microsoft.com/office/officeart/2008/layout/LinedList"/>
    <dgm:cxn modelId="{10A52371-B8DD-4B16-B5B8-BCD3B64A62D4}" type="presParOf" srcId="{751ACCBE-6B4F-48CE-8A59-F57A85D37A6B}" destId="{8A577CBE-9E16-4B74-8F0F-F7D1236481A8}" srcOrd="1" destOrd="0" presId="urn:microsoft.com/office/officeart/2008/layout/LinedList"/>
    <dgm:cxn modelId="{0CB46D25-AD24-47A2-9C95-94D785D77FC5}" type="presParOf" srcId="{83CF11EB-FB45-4F18-96B3-0BFF2EC61D75}" destId="{BD06F9F4-A093-4897-BB47-E7F9A0B9903E}" srcOrd="10" destOrd="0" presId="urn:microsoft.com/office/officeart/2008/layout/LinedList"/>
    <dgm:cxn modelId="{1E0996D7-68A3-45FE-9C7B-2FC8FCE49DC1}" type="presParOf" srcId="{83CF11EB-FB45-4F18-96B3-0BFF2EC61D75}" destId="{82EAD8AA-EBF1-45AC-880D-C03D928EC2E7}" srcOrd="11" destOrd="0" presId="urn:microsoft.com/office/officeart/2008/layout/LinedList"/>
    <dgm:cxn modelId="{5017E740-1F2E-46B3-9DA0-1B4F4CF1A401}" type="presParOf" srcId="{82EAD8AA-EBF1-45AC-880D-C03D928EC2E7}" destId="{261D4E83-43B2-4242-9A43-2E7350C44C4F}" srcOrd="0" destOrd="0" presId="urn:microsoft.com/office/officeart/2008/layout/LinedList"/>
    <dgm:cxn modelId="{EB8B4658-4007-4537-B8AA-CF7CADA99452}" type="presParOf" srcId="{82EAD8AA-EBF1-45AC-880D-C03D928EC2E7}" destId="{4C121DFD-8C1A-4AD4-A342-5D7B44FECD9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C1D5D30-5A0F-452A-BD7E-7CC3131E90A1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8A68996-F635-4332-893F-1ED6AC8CF991}">
      <dgm:prSet/>
      <dgm:spPr/>
      <dgm:t>
        <a:bodyPr/>
        <a:lstStyle/>
        <a:p>
          <a:r>
            <a:rPr lang="en-GB"/>
            <a:t>1-Challenges Faced</a:t>
          </a:r>
          <a:endParaRPr lang="en-US"/>
        </a:p>
      </dgm:t>
    </dgm:pt>
    <dgm:pt modelId="{0DBA4D3C-9E16-4EE7-BFA2-D60290D0C4A2}" type="parTrans" cxnId="{BF69686E-6B3E-4850-A946-8FC7E07E6DBC}">
      <dgm:prSet/>
      <dgm:spPr/>
      <dgm:t>
        <a:bodyPr/>
        <a:lstStyle/>
        <a:p>
          <a:endParaRPr lang="en-US"/>
        </a:p>
      </dgm:t>
    </dgm:pt>
    <dgm:pt modelId="{8D3E1CD6-4240-409E-ACA6-059A9F38533A}" type="sibTrans" cxnId="{BF69686E-6B3E-4850-A946-8FC7E07E6DBC}">
      <dgm:prSet/>
      <dgm:spPr/>
      <dgm:t>
        <a:bodyPr/>
        <a:lstStyle/>
        <a:p>
          <a:endParaRPr lang="en-US"/>
        </a:p>
      </dgm:t>
    </dgm:pt>
    <dgm:pt modelId="{C1F0D759-E13F-47B3-AE3D-9035F4C36633}">
      <dgm:prSet/>
      <dgm:spPr/>
      <dgm:t>
        <a:bodyPr/>
        <a:lstStyle/>
        <a:p>
          <a:r>
            <a:rPr lang="en-GB"/>
            <a:t>Large dataset size</a:t>
          </a:r>
          <a:endParaRPr lang="en-US"/>
        </a:p>
      </dgm:t>
    </dgm:pt>
    <dgm:pt modelId="{8C1DC14C-BA84-4121-98A1-E913B0C17414}" type="parTrans" cxnId="{1312E636-B0D9-42D7-A9FD-0E65F24B0952}">
      <dgm:prSet/>
      <dgm:spPr/>
      <dgm:t>
        <a:bodyPr/>
        <a:lstStyle/>
        <a:p>
          <a:endParaRPr lang="en-US"/>
        </a:p>
      </dgm:t>
    </dgm:pt>
    <dgm:pt modelId="{D89B16FB-05AF-4CD8-B413-66ABB1275C11}" type="sibTrans" cxnId="{1312E636-B0D9-42D7-A9FD-0E65F24B0952}">
      <dgm:prSet/>
      <dgm:spPr/>
      <dgm:t>
        <a:bodyPr/>
        <a:lstStyle/>
        <a:p>
          <a:endParaRPr lang="en-US"/>
        </a:p>
      </dgm:t>
    </dgm:pt>
    <dgm:pt modelId="{C19ED960-0583-440A-BA4B-ED111D6DB59C}">
      <dgm:prSet/>
      <dgm:spPr/>
      <dgm:t>
        <a:bodyPr/>
        <a:lstStyle/>
        <a:p>
          <a:r>
            <a:rPr lang="en-GB"/>
            <a:t>GPU computational limitations</a:t>
          </a:r>
          <a:endParaRPr lang="en-US"/>
        </a:p>
      </dgm:t>
    </dgm:pt>
    <dgm:pt modelId="{4B64A31B-A296-477A-9A7E-15E188DBB237}" type="parTrans" cxnId="{7746CF4A-AB26-47C7-A0CF-16861676B6D1}">
      <dgm:prSet/>
      <dgm:spPr/>
      <dgm:t>
        <a:bodyPr/>
        <a:lstStyle/>
        <a:p>
          <a:endParaRPr lang="en-US"/>
        </a:p>
      </dgm:t>
    </dgm:pt>
    <dgm:pt modelId="{D1FC0641-E5D8-4026-9A66-A05890CCDFDA}" type="sibTrans" cxnId="{7746CF4A-AB26-47C7-A0CF-16861676B6D1}">
      <dgm:prSet/>
      <dgm:spPr/>
      <dgm:t>
        <a:bodyPr/>
        <a:lstStyle/>
        <a:p>
          <a:endParaRPr lang="en-US"/>
        </a:p>
      </dgm:t>
    </dgm:pt>
    <dgm:pt modelId="{97DCC741-7AAB-4095-9E77-98304CF37E21}">
      <dgm:prSet/>
      <dgm:spPr/>
      <dgm:t>
        <a:bodyPr/>
        <a:lstStyle/>
        <a:p>
          <a:r>
            <a:rPr lang="en-GB"/>
            <a:t>Label format conversion</a:t>
          </a:r>
          <a:endParaRPr lang="en-US"/>
        </a:p>
      </dgm:t>
    </dgm:pt>
    <dgm:pt modelId="{BF9A4F02-79AD-4B7E-A245-7091BF88A436}" type="parTrans" cxnId="{FFFAA42E-F128-4CE2-9BE6-51B7D403D735}">
      <dgm:prSet/>
      <dgm:spPr/>
      <dgm:t>
        <a:bodyPr/>
        <a:lstStyle/>
        <a:p>
          <a:endParaRPr lang="en-US"/>
        </a:p>
      </dgm:t>
    </dgm:pt>
    <dgm:pt modelId="{BB07188F-A2F3-4AE9-AAB1-7617866479AD}" type="sibTrans" cxnId="{FFFAA42E-F128-4CE2-9BE6-51B7D403D735}">
      <dgm:prSet/>
      <dgm:spPr/>
      <dgm:t>
        <a:bodyPr/>
        <a:lstStyle/>
        <a:p>
          <a:endParaRPr lang="en-US"/>
        </a:p>
      </dgm:t>
    </dgm:pt>
    <dgm:pt modelId="{D8A1BAE1-351C-405D-A78D-7B252BE999AF}">
      <dgm:prSet/>
      <dgm:spPr/>
      <dgm:t>
        <a:bodyPr/>
        <a:lstStyle/>
        <a:p>
          <a:r>
            <a:rPr lang="en-GB"/>
            <a:t>Mixed annotation sources</a:t>
          </a:r>
          <a:endParaRPr lang="en-US"/>
        </a:p>
      </dgm:t>
    </dgm:pt>
    <dgm:pt modelId="{2F43DE2A-E708-4304-A809-23EB625D5D61}" type="parTrans" cxnId="{648B37A0-16A5-4842-8316-E5D063DF599A}">
      <dgm:prSet/>
      <dgm:spPr/>
      <dgm:t>
        <a:bodyPr/>
        <a:lstStyle/>
        <a:p>
          <a:endParaRPr lang="en-US"/>
        </a:p>
      </dgm:t>
    </dgm:pt>
    <dgm:pt modelId="{66BB16B5-7D98-4ACB-A64A-7DA339CF46C6}" type="sibTrans" cxnId="{648B37A0-16A5-4842-8316-E5D063DF599A}">
      <dgm:prSet/>
      <dgm:spPr/>
      <dgm:t>
        <a:bodyPr/>
        <a:lstStyle/>
        <a:p>
          <a:endParaRPr lang="en-US"/>
        </a:p>
      </dgm:t>
    </dgm:pt>
    <dgm:pt modelId="{570D9921-CE41-486D-9321-ED9C72F43893}">
      <dgm:prSet/>
      <dgm:spPr/>
      <dgm:t>
        <a:bodyPr/>
        <a:lstStyle/>
        <a:p>
          <a:r>
            <a:rPr lang="en-GB"/>
            <a:t>Training time optimization</a:t>
          </a:r>
          <a:endParaRPr lang="en-US"/>
        </a:p>
      </dgm:t>
    </dgm:pt>
    <dgm:pt modelId="{9C8C73D5-5038-453C-AFDA-1687D9F0D538}" type="parTrans" cxnId="{23AA438A-ABBE-4D04-8B0C-D3A5EF1C27C6}">
      <dgm:prSet/>
      <dgm:spPr/>
      <dgm:t>
        <a:bodyPr/>
        <a:lstStyle/>
        <a:p>
          <a:endParaRPr lang="en-US"/>
        </a:p>
      </dgm:t>
    </dgm:pt>
    <dgm:pt modelId="{1BFD20F7-FCFC-4B51-A570-ED74449D101C}" type="sibTrans" cxnId="{23AA438A-ABBE-4D04-8B0C-D3A5EF1C27C6}">
      <dgm:prSet/>
      <dgm:spPr/>
      <dgm:t>
        <a:bodyPr/>
        <a:lstStyle/>
        <a:p>
          <a:endParaRPr lang="en-US"/>
        </a:p>
      </dgm:t>
    </dgm:pt>
    <dgm:pt modelId="{A54118FA-A2E1-40E7-8ED9-8D485F0C63BC}" type="pres">
      <dgm:prSet presAssocID="{7C1D5D30-5A0F-452A-BD7E-7CC3131E90A1}" presName="linear" presStyleCnt="0">
        <dgm:presLayoutVars>
          <dgm:animLvl val="lvl"/>
          <dgm:resizeHandles val="exact"/>
        </dgm:presLayoutVars>
      </dgm:prSet>
      <dgm:spPr/>
    </dgm:pt>
    <dgm:pt modelId="{0305D3E7-F2E8-43EA-8135-FA4DFE32E587}" type="pres">
      <dgm:prSet presAssocID="{E8A68996-F635-4332-893F-1ED6AC8CF99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886461A-0297-401C-840B-ACCA0315EA6C}" type="pres">
      <dgm:prSet presAssocID="{E8A68996-F635-4332-893F-1ED6AC8CF99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FFAA42E-F128-4CE2-9BE6-51B7D403D735}" srcId="{E8A68996-F635-4332-893F-1ED6AC8CF991}" destId="{97DCC741-7AAB-4095-9E77-98304CF37E21}" srcOrd="2" destOrd="0" parTransId="{BF9A4F02-79AD-4B7E-A245-7091BF88A436}" sibTransId="{BB07188F-A2F3-4AE9-AAB1-7617866479AD}"/>
    <dgm:cxn modelId="{1312E636-B0D9-42D7-A9FD-0E65F24B0952}" srcId="{E8A68996-F635-4332-893F-1ED6AC8CF991}" destId="{C1F0D759-E13F-47B3-AE3D-9035F4C36633}" srcOrd="0" destOrd="0" parTransId="{8C1DC14C-BA84-4121-98A1-E913B0C17414}" sibTransId="{D89B16FB-05AF-4CD8-B413-66ABB1275C11}"/>
    <dgm:cxn modelId="{CFD6C23F-6996-4168-B541-F46C841C4389}" type="presOf" srcId="{97DCC741-7AAB-4095-9E77-98304CF37E21}" destId="{A886461A-0297-401C-840B-ACCA0315EA6C}" srcOrd="0" destOrd="2" presId="urn:microsoft.com/office/officeart/2005/8/layout/vList2"/>
    <dgm:cxn modelId="{01B6C765-D5B4-4E1B-9CBA-1408865EF522}" type="presOf" srcId="{C1F0D759-E13F-47B3-AE3D-9035F4C36633}" destId="{A886461A-0297-401C-840B-ACCA0315EA6C}" srcOrd="0" destOrd="0" presId="urn:microsoft.com/office/officeart/2005/8/layout/vList2"/>
    <dgm:cxn modelId="{7746CF4A-AB26-47C7-A0CF-16861676B6D1}" srcId="{E8A68996-F635-4332-893F-1ED6AC8CF991}" destId="{C19ED960-0583-440A-BA4B-ED111D6DB59C}" srcOrd="1" destOrd="0" parTransId="{4B64A31B-A296-477A-9A7E-15E188DBB237}" sibTransId="{D1FC0641-E5D8-4026-9A66-A05890CCDFDA}"/>
    <dgm:cxn modelId="{7663094E-0A44-45B2-8431-7355BEC9DCCA}" type="presOf" srcId="{7C1D5D30-5A0F-452A-BD7E-7CC3131E90A1}" destId="{A54118FA-A2E1-40E7-8ED9-8D485F0C63BC}" srcOrd="0" destOrd="0" presId="urn:microsoft.com/office/officeart/2005/8/layout/vList2"/>
    <dgm:cxn modelId="{BF69686E-6B3E-4850-A946-8FC7E07E6DBC}" srcId="{7C1D5D30-5A0F-452A-BD7E-7CC3131E90A1}" destId="{E8A68996-F635-4332-893F-1ED6AC8CF991}" srcOrd="0" destOrd="0" parTransId="{0DBA4D3C-9E16-4EE7-BFA2-D60290D0C4A2}" sibTransId="{8D3E1CD6-4240-409E-ACA6-059A9F38533A}"/>
    <dgm:cxn modelId="{DDB53851-C5C5-4552-8605-7F7AFF6DC5AD}" type="presOf" srcId="{570D9921-CE41-486D-9321-ED9C72F43893}" destId="{A886461A-0297-401C-840B-ACCA0315EA6C}" srcOrd="0" destOrd="4" presId="urn:microsoft.com/office/officeart/2005/8/layout/vList2"/>
    <dgm:cxn modelId="{23AA438A-ABBE-4D04-8B0C-D3A5EF1C27C6}" srcId="{E8A68996-F635-4332-893F-1ED6AC8CF991}" destId="{570D9921-CE41-486D-9321-ED9C72F43893}" srcOrd="4" destOrd="0" parTransId="{9C8C73D5-5038-453C-AFDA-1687D9F0D538}" sibTransId="{1BFD20F7-FCFC-4B51-A570-ED74449D101C}"/>
    <dgm:cxn modelId="{A2038790-9EA7-4DCB-AAC7-F2A39CC5ECA7}" type="presOf" srcId="{E8A68996-F635-4332-893F-1ED6AC8CF991}" destId="{0305D3E7-F2E8-43EA-8135-FA4DFE32E587}" srcOrd="0" destOrd="0" presId="urn:microsoft.com/office/officeart/2005/8/layout/vList2"/>
    <dgm:cxn modelId="{648B37A0-16A5-4842-8316-E5D063DF599A}" srcId="{E8A68996-F635-4332-893F-1ED6AC8CF991}" destId="{D8A1BAE1-351C-405D-A78D-7B252BE999AF}" srcOrd="3" destOrd="0" parTransId="{2F43DE2A-E708-4304-A809-23EB625D5D61}" sibTransId="{66BB16B5-7D98-4ACB-A64A-7DA339CF46C6}"/>
    <dgm:cxn modelId="{97DEDCAE-C3C4-454B-85B0-D00574808C1D}" type="presOf" srcId="{D8A1BAE1-351C-405D-A78D-7B252BE999AF}" destId="{A886461A-0297-401C-840B-ACCA0315EA6C}" srcOrd="0" destOrd="3" presId="urn:microsoft.com/office/officeart/2005/8/layout/vList2"/>
    <dgm:cxn modelId="{4558E9F2-82BC-495C-942C-7302E7111385}" type="presOf" srcId="{C19ED960-0583-440A-BA4B-ED111D6DB59C}" destId="{A886461A-0297-401C-840B-ACCA0315EA6C}" srcOrd="0" destOrd="1" presId="urn:microsoft.com/office/officeart/2005/8/layout/vList2"/>
    <dgm:cxn modelId="{86EA9252-8A81-497B-8AF2-ADB378AC6517}" type="presParOf" srcId="{A54118FA-A2E1-40E7-8ED9-8D485F0C63BC}" destId="{0305D3E7-F2E8-43EA-8135-FA4DFE32E587}" srcOrd="0" destOrd="0" presId="urn:microsoft.com/office/officeart/2005/8/layout/vList2"/>
    <dgm:cxn modelId="{72500440-6206-4F6B-9045-B3105346DD5E}" type="presParOf" srcId="{A54118FA-A2E1-40E7-8ED9-8D485F0C63BC}" destId="{A886461A-0297-401C-840B-ACCA0315EA6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DA3C6-AF93-4232-AD74-DFFD455C54E4}">
      <dsp:nvSpPr>
        <dsp:cNvPr id="0" name=""/>
        <dsp:cNvSpPr/>
      </dsp:nvSpPr>
      <dsp:spPr>
        <a:xfrm>
          <a:off x="3571" y="192690"/>
          <a:ext cx="2833687" cy="39671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0925" tIns="330200" rIns="22092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Build end-to-end object detection system</a:t>
          </a:r>
          <a:endParaRPr lang="en-US" sz="2600" kern="1200"/>
        </a:p>
      </dsp:txBody>
      <dsp:txXfrm>
        <a:off x="3571" y="1700212"/>
        <a:ext cx="2833687" cy="2380297"/>
      </dsp:txXfrm>
    </dsp:sp>
    <dsp:sp modelId="{D9AE7F01-0874-4B02-9055-4C2D430FED5A}">
      <dsp:nvSpPr>
        <dsp:cNvPr id="0" name=""/>
        <dsp:cNvSpPr/>
      </dsp:nvSpPr>
      <dsp:spPr>
        <a:xfrm>
          <a:off x="825341" y="589407"/>
          <a:ext cx="1190148" cy="119014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2789" tIns="12700" rIns="9278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999634" y="763700"/>
        <a:ext cx="841562" cy="841562"/>
      </dsp:txXfrm>
    </dsp:sp>
    <dsp:sp modelId="{4F6291DC-D090-417D-A31F-5FFE0A19B5CA}">
      <dsp:nvSpPr>
        <dsp:cNvPr id="0" name=""/>
        <dsp:cNvSpPr/>
      </dsp:nvSpPr>
      <dsp:spPr>
        <a:xfrm>
          <a:off x="3571" y="4159781"/>
          <a:ext cx="2833687" cy="7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2FBC626-BB07-4023-B034-E13151365ED7}">
      <dsp:nvSpPr>
        <dsp:cNvPr id="0" name=""/>
        <dsp:cNvSpPr/>
      </dsp:nvSpPr>
      <dsp:spPr>
        <a:xfrm>
          <a:off x="3120628" y="192690"/>
          <a:ext cx="2833687" cy="39671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0925" tIns="330200" rIns="22092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Train YOLOv8 models</a:t>
          </a:r>
          <a:endParaRPr lang="en-US" sz="2600" kern="1200"/>
        </a:p>
      </dsp:txBody>
      <dsp:txXfrm>
        <a:off x="3120628" y="1700212"/>
        <a:ext cx="2833687" cy="2380297"/>
      </dsp:txXfrm>
    </dsp:sp>
    <dsp:sp modelId="{B973910B-F92E-4261-B214-A3BEA4A98343}">
      <dsp:nvSpPr>
        <dsp:cNvPr id="0" name=""/>
        <dsp:cNvSpPr/>
      </dsp:nvSpPr>
      <dsp:spPr>
        <a:xfrm>
          <a:off x="3942397" y="589407"/>
          <a:ext cx="1190148" cy="119014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2789" tIns="12700" rIns="9278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116690" y="763700"/>
        <a:ext cx="841562" cy="841562"/>
      </dsp:txXfrm>
    </dsp:sp>
    <dsp:sp modelId="{7EBDD500-BA36-4CBC-9B79-DFBDF918AB89}">
      <dsp:nvSpPr>
        <dsp:cNvPr id="0" name=""/>
        <dsp:cNvSpPr/>
      </dsp:nvSpPr>
      <dsp:spPr>
        <a:xfrm>
          <a:off x="3120628" y="4159781"/>
          <a:ext cx="2833687" cy="7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7DD049C-8CEA-4618-95BC-3C9C47BA6089}">
      <dsp:nvSpPr>
        <dsp:cNvPr id="0" name=""/>
        <dsp:cNvSpPr/>
      </dsp:nvSpPr>
      <dsp:spPr>
        <a:xfrm>
          <a:off x="6237684" y="192690"/>
          <a:ext cx="2833687" cy="39671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0925" tIns="330200" rIns="22092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Compare scratch vs transfer learning vs fine-tuning</a:t>
          </a:r>
          <a:endParaRPr lang="en-US" sz="2600" kern="1200"/>
        </a:p>
      </dsp:txBody>
      <dsp:txXfrm>
        <a:off x="6237684" y="1700212"/>
        <a:ext cx="2833687" cy="2380297"/>
      </dsp:txXfrm>
    </dsp:sp>
    <dsp:sp modelId="{EAA9AD19-DE3D-4B89-8942-CCC7E87B3181}">
      <dsp:nvSpPr>
        <dsp:cNvPr id="0" name=""/>
        <dsp:cNvSpPr/>
      </dsp:nvSpPr>
      <dsp:spPr>
        <a:xfrm>
          <a:off x="7059453" y="589407"/>
          <a:ext cx="1190148" cy="119014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2789" tIns="12700" rIns="9278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7233746" y="763700"/>
        <a:ext cx="841562" cy="841562"/>
      </dsp:txXfrm>
    </dsp:sp>
    <dsp:sp modelId="{661885EA-39D8-4A19-953E-9DAE58BA12F0}">
      <dsp:nvSpPr>
        <dsp:cNvPr id="0" name=""/>
        <dsp:cNvSpPr/>
      </dsp:nvSpPr>
      <dsp:spPr>
        <a:xfrm>
          <a:off x="6237684" y="4159781"/>
          <a:ext cx="2833687" cy="7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39CCD9D-D454-4F6D-90B3-C19953A043FC}">
      <dsp:nvSpPr>
        <dsp:cNvPr id="0" name=""/>
        <dsp:cNvSpPr/>
      </dsp:nvSpPr>
      <dsp:spPr>
        <a:xfrm>
          <a:off x="9354740" y="192690"/>
          <a:ext cx="2833687" cy="39671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0925" tIns="330200" rIns="22092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Deploy using Streamlit</a:t>
          </a:r>
          <a:endParaRPr lang="en-US" sz="2600" kern="1200"/>
        </a:p>
      </dsp:txBody>
      <dsp:txXfrm>
        <a:off x="9354740" y="1700212"/>
        <a:ext cx="2833687" cy="2380297"/>
      </dsp:txXfrm>
    </dsp:sp>
    <dsp:sp modelId="{5816F711-A556-4B3D-89EC-4619408BE0B0}">
      <dsp:nvSpPr>
        <dsp:cNvPr id="0" name=""/>
        <dsp:cNvSpPr/>
      </dsp:nvSpPr>
      <dsp:spPr>
        <a:xfrm>
          <a:off x="10176510" y="589407"/>
          <a:ext cx="1190148" cy="119014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2789" tIns="12700" rIns="9278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10350803" y="763700"/>
        <a:ext cx="841562" cy="841562"/>
      </dsp:txXfrm>
    </dsp:sp>
    <dsp:sp modelId="{13436334-80F8-4C02-B4C2-B76A3D7130DC}">
      <dsp:nvSpPr>
        <dsp:cNvPr id="0" name=""/>
        <dsp:cNvSpPr/>
      </dsp:nvSpPr>
      <dsp:spPr>
        <a:xfrm>
          <a:off x="9354740" y="4159781"/>
          <a:ext cx="2833687" cy="7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A50610-3C82-4A8C-B5EB-D10270B3D6F7}">
      <dsp:nvSpPr>
        <dsp:cNvPr id="0" name=""/>
        <dsp:cNvSpPr/>
      </dsp:nvSpPr>
      <dsp:spPr>
        <a:xfrm>
          <a:off x="0" y="2125"/>
          <a:ext cx="12192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9B9D6E2-83F7-4EA5-8225-1A0DF0DA7965}">
      <dsp:nvSpPr>
        <dsp:cNvPr id="0" name=""/>
        <dsp:cNvSpPr/>
      </dsp:nvSpPr>
      <dsp:spPr>
        <a:xfrm>
          <a:off x="0" y="2125"/>
          <a:ext cx="12192000" cy="724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Fine-Tuned YOLOv8 achieved the best performance</a:t>
          </a:r>
          <a:endParaRPr lang="en-US" sz="3100" kern="1200"/>
        </a:p>
      </dsp:txBody>
      <dsp:txXfrm>
        <a:off x="0" y="2125"/>
        <a:ext cx="12192000" cy="724715"/>
      </dsp:txXfrm>
    </dsp:sp>
    <dsp:sp modelId="{FC617E03-418A-450B-9B79-A8822F9DE74D}">
      <dsp:nvSpPr>
        <dsp:cNvPr id="0" name=""/>
        <dsp:cNvSpPr/>
      </dsp:nvSpPr>
      <dsp:spPr>
        <a:xfrm>
          <a:off x="0" y="726840"/>
          <a:ext cx="12192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C32E7FF-0C22-4F53-AF24-551A384835AF}">
      <dsp:nvSpPr>
        <dsp:cNvPr id="0" name=""/>
        <dsp:cNvSpPr/>
      </dsp:nvSpPr>
      <dsp:spPr>
        <a:xfrm>
          <a:off x="0" y="726840"/>
          <a:ext cx="12192000" cy="724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Reasons:</a:t>
          </a:r>
          <a:endParaRPr lang="en-US" sz="3100" kern="1200"/>
        </a:p>
      </dsp:txBody>
      <dsp:txXfrm>
        <a:off x="0" y="726840"/>
        <a:ext cx="12192000" cy="724715"/>
      </dsp:txXfrm>
    </dsp:sp>
    <dsp:sp modelId="{05D6B71D-94EA-4D07-9F66-BB84F75E0E70}">
      <dsp:nvSpPr>
        <dsp:cNvPr id="0" name=""/>
        <dsp:cNvSpPr/>
      </dsp:nvSpPr>
      <dsp:spPr>
        <a:xfrm>
          <a:off x="0" y="1451556"/>
          <a:ext cx="12192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13C1B21-D355-449F-8555-36B42EF6063B}">
      <dsp:nvSpPr>
        <dsp:cNvPr id="0" name=""/>
        <dsp:cNvSpPr/>
      </dsp:nvSpPr>
      <dsp:spPr>
        <a:xfrm>
          <a:off x="0" y="1451556"/>
          <a:ext cx="12192000" cy="724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Higher precision</a:t>
          </a:r>
          <a:endParaRPr lang="en-US" sz="3100" kern="1200"/>
        </a:p>
      </dsp:txBody>
      <dsp:txXfrm>
        <a:off x="0" y="1451556"/>
        <a:ext cx="12192000" cy="724715"/>
      </dsp:txXfrm>
    </dsp:sp>
    <dsp:sp modelId="{9950C4AD-C3B1-48FE-B061-789962BC69FE}">
      <dsp:nvSpPr>
        <dsp:cNvPr id="0" name=""/>
        <dsp:cNvSpPr/>
      </dsp:nvSpPr>
      <dsp:spPr>
        <a:xfrm>
          <a:off x="0" y="2176271"/>
          <a:ext cx="12192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6056AA0-A235-4713-96DD-046D60DAD89F}">
      <dsp:nvSpPr>
        <dsp:cNvPr id="0" name=""/>
        <dsp:cNvSpPr/>
      </dsp:nvSpPr>
      <dsp:spPr>
        <a:xfrm>
          <a:off x="0" y="2176271"/>
          <a:ext cx="12192000" cy="724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Better recall</a:t>
          </a:r>
          <a:endParaRPr lang="en-US" sz="3100" kern="1200"/>
        </a:p>
      </dsp:txBody>
      <dsp:txXfrm>
        <a:off x="0" y="2176271"/>
        <a:ext cx="12192000" cy="724715"/>
      </dsp:txXfrm>
    </dsp:sp>
    <dsp:sp modelId="{7816E5F8-C020-48A2-B6DE-1E82365714DA}">
      <dsp:nvSpPr>
        <dsp:cNvPr id="0" name=""/>
        <dsp:cNvSpPr/>
      </dsp:nvSpPr>
      <dsp:spPr>
        <a:xfrm>
          <a:off x="0" y="2900987"/>
          <a:ext cx="12192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7473B85-867D-4F9D-B44D-F241215CEE6C}">
      <dsp:nvSpPr>
        <dsp:cNvPr id="0" name=""/>
        <dsp:cNvSpPr/>
      </dsp:nvSpPr>
      <dsp:spPr>
        <a:xfrm>
          <a:off x="0" y="2900987"/>
          <a:ext cx="12192000" cy="724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Improved mAP score</a:t>
          </a:r>
          <a:endParaRPr lang="en-US" sz="3100" kern="1200"/>
        </a:p>
      </dsp:txBody>
      <dsp:txXfrm>
        <a:off x="0" y="2900987"/>
        <a:ext cx="12192000" cy="724715"/>
      </dsp:txXfrm>
    </dsp:sp>
    <dsp:sp modelId="{BD06F9F4-A093-4897-BB47-E7F9A0B9903E}">
      <dsp:nvSpPr>
        <dsp:cNvPr id="0" name=""/>
        <dsp:cNvSpPr/>
      </dsp:nvSpPr>
      <dsp:spPr>
        <a:xfrm>
          <a:off x="0" y="3625703"/>
          <a:ext cx="12192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61D4E83-43B2-4242-9A43-2E7350C44C4F}">
      <dsp:nvSpPr>
        <dsp:cNvPr id="0" name=""/>
        <dsp:cNvSpPr/>
      </dsp:nvSpPr>
      <dsp:spPr>
        <a:xfrm>
          <a:off x="0" y="3625703"/>
          <a:ext cx="12192000" cy="724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Better generalization</a:t>
          </a:r>
          <a:endParaRPr lang="en-US" sz="3100" kern="1200"/>
        </a:p>
      </dsp:txBody>
      <dsp:txXfrm>
        <a:off x="0" y="3625703"/>
        <a:ext cx="12192000" cy="7247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05D3E7-F2E8-43EA-8135-FA4DFE32E587}">
      <dsp:nvSpPr>
        <dsp:cNvPr id="0" name=""/>
        <dsp:cNvSpPr/>
      </dsp:nvSpPr>
      <dsp:spPr>
        <a:xfrm>
          <a:off x="0" y="16091"/>
          <a:ext cx="12192000" cy="11325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/>
            <a:t>1-Challenges Faced</a:t>
          </a:r>
          <a:endParaRPr lang="en-US" sz="4400" kern="1200"/>
        </a:p>
      </dsp:txBody>
      <dsp:txXfrm>
        <a:off x="55287" y="71378"/>
        <a:ext cx="12081426" cy="1021986"/>
      </dsp:txXfrm>
    </dsp:sp>
    <dsp:sp modelId="{A886461A-0297-401C-840B-ACCA0315EA6C}">
      <dsp:nvSpPr>
        <dsp:cNvPr id="0" name=""/>
        <dsp:cNvSpPr/>
      </dsp:nvSpPr>
      <dsp:spPr>
        <a:xfrm>
          <a:off x="0" y="1148651"/>
          <a:ext cx="12192000" cy="318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7096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400" kern="1200"/>
            <a:t>Large dataset size</a:t>
          </a:r>
          <a:endParaRPr lang="en-US" sz="3400" kern="120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400" kern="1200"/>
            <a:t>GPU computational limitations</a:t>
          </a:r>
          <a:endParaRPr lang="en-US" sz="3400" kern="120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400" kern="1200"/>
            <a:t>Label format conversion</a:t>
          </a:r>
          <a:endParaRPr lang="en-US" sz="3400" kern="120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400" kern="1200"/>
            <a:t>Mixed annotation sources</a:t>
          </a:r>
          <a:endParaRPr lang="en-US" sz="3400" kern="120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400" kern="1200"/>
            <a:t>Training time optimization</a:t>
          </a:r>
          <a:endParaRPr lang="en-US" sz="3400" kern="1200"/>
        </a:p>
      </dsp:txBody>
      <dsp:txXfrm>
        <a:off x="0" y="1148651"/>
        <a:ext cx="12192000" cy="3187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CCA049B-3A46-4BDA-A8F5-2925B00FE570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DBAA5490-FD59-4087-AC7E-016E8A412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092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44C46CEC-428A-4DD0-A7C7-21AF8DE33E9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4CBCEA92-F142-4D57-B507-37BDAF447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2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04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alanalytics.com/templates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ealanalytics.com/templates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- no top ba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1225485"/>
          </a:xfrm>
          <a:prstGeom prst="rect">
            <a:avLst/>
          </a:prstGeom>
          <a:solidFill>
            <a:srgbClr val="0074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63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73233B-0705-4E94-AE39-0FCF7FAB80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hlinkClick r:id="rId3"/>
            <a:extLst>
              <a:ext uri="{FF2B5EF4-FFF2-40B4-BE49-F238E27FC236}">
                <a16:creationId xmlns:a16="http://schemas.microsoft.com/office/drawing/2014/main" id="{011B0CED-3A92-43B0-A3DE-C37B6408D9DB}"/>
              </a:ext>
            </a:extLst>
          </p:cNvPr>
          <p:cNvSpPr txBox="1"/>
          <p:nvPr userDrawn="1"/>
        </p:nvSpPr>
        <p:spPr>
          <a:xfrm>
            <a:off x="329642" y="4267687"/>
            <a:ext cx="2664879" cy="32934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Neal Creative  | click &amp;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Learn more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EF3013-858C-4FFF-B19A-1F10A879C4E8}"/>
              </a:ext>
            </a:extLst>
          </p:cNvPr>
          <p:cNvSpPr txBox="1"/>
          <p:nvPr userDrawn="1"/>
        </p:nvSpPr>
        <p:spPr>
          <a:xfrm>
            <a:off x="177800" y="6435060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Neal Creative </a:t>
            </a:r>
            <a:r>
              <a:rPr lang="en-US" sz="1000" baseline="30000" dirty="0">
                <a:solidFill>
                  <a:schemeClr val="bg1">
                    <a:lumMod val="75000"/>
                  </a:schemeClr>
                </a:solidFill>
              </a:rPr>
              <a:t>©</a:t>
            </a:r>
          </a:p>
        </p:txBody>
      </p:sp>
    </p:spTree>
    <p:extLst>
      <p:ext uri="{BB962C8B-B14F-4D97-AF65-F5344CB8AC3E}">
        <p14:creationId xmlns:p14="http://schemas.microsoft.com/office/powerpoint/2010/main" val="2221538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12192000" cy="1148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4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EEE197-7B3D-420C-8D35-83CAE6B361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solidFill>
            <a:schemeClr val="bg1">
              <a:lumMod val="95000"/>
            </a:schemeClr>
          </a:solidFill>
        </p:spPr>
        <p:txBody>
          <a:bodyPr vert="horz" lIns="457200" tIns="45720" rIns="457200" bIns="45720" rtlCol="0" anchor="ctr">
            <a:noAutofit/>
          </a:bodyPr>
          <a:lstStyle>
            <a:lvl1pPr>
              <a:defRPr lang="en-US" sz="3400" spc="160" baseline="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254376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- no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12254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hlinkClick r:id="rId2"/>
          </p:cNvPr>
          <p:cNvSpPr txBox="1"/>
          <p:nvPr userDrawn="1"/>
        </p:nvSpPr>
        <p:spPr>
          <a:xfrm>
            <a:off x="9524236" y="6316156"/>
            <a:ext cx="2426464" cy="367873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Neal Creative</a:t>
            </a:r>
            <a:r>
              <a:rPr lang="en-US" sz="1100" baseline="0" dirty="0">
                <a:solidFill>
                  <a:schemeClr val="bg1"/>
                </a:solidFill>
              </a:rPr>
              <a:t>  | </a:t>
            </a:r>
            <a:r>
              <a:rPr lang="en-US" sz="1100" b="1" baseline="0" dirty="0">
                <a:solidFill>
                  <a:schemeClr val="bg1"/>
                </a:solidFill>
              </a:rPr>
              <a:t>Learn more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4A05A-4AD6-4BC6-B6EA-314331190DB2}"/>
              </a:ext>
            </a:extLst>
          </p:cNvPr>
          <p:cNvSpPr txBox="1"/>
          <p:nvPr userDrawn="1"/>
        </p:nvSpPr>
        <p:spPr>
          <a:xfrm>
            <a:off x="177800" y="6435060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Neal Creative </a:t>
            </a:r>
            <a:r>
              <a:rPr lang="en-US" sz="1000" baseline="30000" dirty="0">
                <a:solidFill>
                  <a:schemeClr val="bg1">
                    <a:lumMod val="75000"/>
                  </a:schemeClr>
                </a:solidFill>
              </a:rPr>
              <a:t>©</a:t>
            </a:r>
          </a:p>
        </p:txBody>
      </p:sp>
    </p:spTree>
    <p:extLst>
      <p:ext uri="{BB962C8B-B14F-4D97-AF65-F5344CB8AC3E}">
        <p14:creationId xmlns:p14="http://schemas.microsoft.com/office/powerpoint/2010/main" val="322627904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861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1050758"/>
          </a:xfrm>
          <a:prstGeom prst="rect">
            <a:avLst/>
          </a:prstGeom>
        </p:spPr>
        <p:txBody>
          <a:bodyPr vert="horz" lIns="457200" tIns="45720" rIns="457200" bIns="45720" rtlCol="0" anchor="ctr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buNone/>
              <a:tabLst>
                <a:tab pos="10579100" algn="l"/>
              </a:tabLst>
            </a:pPr>
            <a:endParaRPr lang="en-US" sz="3400" b="0" i="0" spc="160" baseline="0">
              <a:gradFill>
                <a:gsLst>
                  <a:gs pos="0">
                    <a:schemeClr val="tx2"/>
                  </a:gs>
                  <a:gs pos="100000">
                    <a:schemeClr val="tx2"/>
                  </a:gs>
                </a:gsLst>
                <a:lin ang="5400000" scaled="1"/>
              </a:gradFill>
              <a:latin typeface="Segoe UI Semibold" panose="020B0702040204020203" pitchFamily="34" charset="0"/>
              <a:ea typeface="+mj-ea"/>
              <a:cs typeface="Segoe UI Semibold" panose="020B070204020402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  <a:prstGeom prst="rect">
            <a:avLst/>
          </a:prstGeom>
        </p:spPr>
        <p:txBody>
          <a:bodyPr vert="horz" lIns="457200" tIns="45720" rIns="457200" bIns="45720" rtlCol="0" anchor="ctr">
            <a:noAutofit/>
          </a:bodyPr>
          <a:lstStyle/>
          <a:p>
            <a:pPr lv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10579100" algn="l"/>
              </a:tabLst>
            </a:pPr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275347"/>
            <a:ext cx="12192000" cy="1949765"/>
          </a:xfrm>
          <a:prstGeom prst="rect">
            <a:avLst/>
          </a:prstGeom>
        </p:spPr>
        <p:txBody>
          <a:bodyPr vert="horz" lIns="457200" tIns="45720" rIns="457200" bIns="45720" rtlCol="0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8115" y="63161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AE1514C-5E56-4738-A1FF-4B1CFD2A3E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99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6" r:id="rId3"/>
    <p:sldLayoutId id="2147483677" r:id="rId4"/>
    <p:sldLayoutId id="2147483679" r:id="rId5"/>
    <p:sldLayoutId id="2147483680" r:id="rId6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tabLst>
          <a:tab pos="10579100" algn="l"/>
        </a:tabLst>
        <a:defRPr lang="en-US" sz="3400" b="0" i="0" kern="1200" spc="160" baseline="0" dirty="0"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>
              <a:lumMod val="85000"/>
              <a:lumOff val="15000"/>
            </a:schemeClr>
          </a:solidFill>
          <a:latin typeface="+mj-lt"/>
          <a:ea typeface="+mn-ea"/>
          <a:cs typeface="+mn-cs"/>
        </a:defRPr>
      </a:lvl1pPr>
      <a:lvl2pPr marL="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0" indent="0" algn="ctr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0" indent="0" algn="ctr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None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ight sky with mountains far away on the horizo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8465" y="2554817"/>
            <a:ext cx="9311660" cy="2421464"/>
          </a:xfrm>
        </p:spPr>
        <p:txBody>
          <a:bodyPr>
            <a:normAutofit/>
          </a:bodyPr>
          <a:lstStyle/>
          <a:p>
            <a:r>
              <a:rPr lang="en-GB" b="1" dirty="0"/>
              <a:t>AI-Powered Object Detection using YOLOv8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652" y="4976282"/>
            <a:ext cx="11022473" cy="1405467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Computer Vision Project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Epsilon AI Diploma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Karim Deheya</a:t>
            </a: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9FE63E-67FC-BFE2-70A2-E4BE4D3B2246}"/>
              </a:ext>
            </a:extLst>
          </p:cNvPr>
          <p:cNvSpPr txBox="1"/>
          <p:nvPr/>
        </p:nvSpPr>
        <p:spPr>
          <a:xfrm>
            <a:off x="0" y="0"/>
            <a:ext cx="12192000" cy="10507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457200" tIns="45720" rIns="45720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tabLst>
                <a:tab pos="10579100" algn="l"/>
              </a:tabLst>
            </a:pPr>
            <a:r>
              <a:rPr lang="en-US" sz="3400" b="0" i="0" kern="1200" spc="16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Problem Statement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F2D87F-39CF-010E-949B-4FFBECBCE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2" r="6510" b="1"/>
          <a:stretch>
            <a:fillRect/>
          </a:stretch>
        </p:blipFill>
        <p:spPr>
          <a:xfrm>
            <a:off x="20" y="1241258"/>
            <a:ext cx="5905480" cy="435254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BA1404-3C6B-3860-B312-31526BF8742E}"/>
              </a:ext>
            </a:extLst>
          </p:cNvPr>
          <p:cNvSpPr txBox="1"/>
          <p:nvPr/>
        </p:nvSpPr>
        <p:spPr>
          <a:xfrm>
            <a:off x="6286500" y="1241258"/>
            <a:ext cx="5905500" cy="43525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2800" kern="120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Content:</a:t>
            </a: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120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Manual object detection is slow</a:t>
            </a: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120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Real-time detection is required in      many applications</a:t>
            </a: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120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Need accurate AI model for multiple object classes</a:t>
            </a:r>
          </a:p>
        </p:txBody>
      </p:sp>
    </p:spTree>
    <p:extLst>
      <p:ext uri="{BB962C8B-B14F-4D97-AF65-F5344CB8AC3E}">
        <p14:creationId xmlns:p14="http://schemas.microsoft.com/office/powerpoint/2010/main" val="88521587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CB778A-8E0D-9D50-B1FC-75F1F3934F55}"/>
              </a:ext>
            </a:extLst>
          </p:cNvPr>
          <p:cNvSpPr txBox="1"/>
          <p:nvPr/>
        </p:nvSpPr>
        <p:spPr>
          <a:xfrm>
            <a:off x="0" y="0"/>
            <a:ext cx="12192000" cy="10507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457200" tIns="45720" rIns="45720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tabLst>
                <a:tab pos="10579100" algn="l"/>
              </a:tabLst>
            </a:pPr>
            <a:r>
              <a:rPr lang="en-US" sz="3400" b="0" i="0" kern="1200" spc="16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Project Objectives</a:t>
            </a:r>
          </a:p>
        </p:txBody>
      </p:sp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2EAEF074-A4F3-6B23-429E-5751BAFCEC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88115" y="6316156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AE1514C-5E56-4738-A1FF-4B1CFD2A3E3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24DD3E10-381E-343D-E250-8D3469E82E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6714863"/>
              </p:ext>
            </p:extLst>
          </p:nvPr>
        </p:nvGraphicFramePr>
        <p:xfrm>
          <a:off x="0" y="1241258"/>
          <a:ext cx="121920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15069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12E1-1D3A-3C11-B09E-1480E4D4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anchor="ctr">
            <a:normAutofit/>
          </a:bodyPr>
          <a:lstStyle/>
          <a:p>
            <a:r>
              <a:rPr lang="en-GB" dirty="0"/>
              <a:t>Dataset Overview</a:t>
            </a:r>
            <a:br>
              <a:rPr lang="en-GB" dirty="0"/>
            </a:b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CE2D0-CBEC-B35D-94E1-5F1F815E917F}"/>
              </a:ext>
            </a:extLst>
          </p:cNvPr>
          <p:cNvSpPr txBox="1"/>
          <p:nvPr/>
        </p:nvSpPr>
        <p:spPr>
          <a:xfrm>
            <a:off x="0" y="1241258"/>
            <a:ext cx="5905500" cy="43525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2800" kern="120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Source Dataset: COCO 2017</a:t>
            </a:r>
          </a:p>
          <a:p>
            <a:pPr algn="ctr">
              <a:spcAft>
                <a:spcPts val="600"/>
              </a:spcAft>
            </a:pPr>
            <a:r>
              <a:rPr lang="en-US" sz="2800" kern="120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118,000+ training images</a:t>
            </a:r>
          </a:p>
          <a:p>
            <a:pPr algn="ctr">
              <a:spcAft>
                <a:spcPts val="600"/>
              </a:spcAft>
            </a:pPr>
            <a:r>
              <a:rPr lang="en-US" sz="2800" kern="120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5,000+ validation images</a:t>
            </a:r>
          </a:p>
          <a:p>
            <a:pPr algn="ctr">
              <a:spcAft>
                <a:spcPts val="600"/>
              </a:spcAft>
            </a:pPr>
            <a:r>
              <a:rPr lang="en-US" sz="2800" kern="120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80 object categories</a:t>
            </a:r>
          </a:p>
          <a:p>
            <a:pPr algn="ctr">
              <a:spcAft>
                <a:spcPts val="600"/>
              </a:spcAft>
            </a:pPr>
            <a:r>
              <a:rPr lang="en-US" sz="2800" kern="120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Additional manually labeled </a:t>
            </a:r>
            <a:r>
              <a:rPr lang="en-US" sz="2800" kern="1200" dirty="0" err="1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Roboflow</a:t>
            </a:r>
            <a:r>
              <a:rPr lang="en-US" sz="2800" kern="120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 images</a:t>
            </a:r>
          </a:p>
          <a:p>
            <a:pPr algn="ctr">
              <a:spcAft>
                <a:spcPts val="600"/>
              </a:spcAft>
            </a:pPr>
            <a:r>
              <a:rPr lang="en-US" sz="2800" kern="120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Hybrid dataset with automatic and manual annotations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4EC328-F665-BF50-AFFD-DF3894689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69" b="1"/>
          <a:stretch>
            <a:fillRect/>
          </a:stretch>
        </p:blipFill>
        <p:spPr>
          <a:xfrm>
            <a:off x="6286500" y="1241258"/>
            <a:ext cx="5905500" cy="43525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235516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57CBB-4A8B-06FE-B13B-426523F35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anchor="ctr">
            <a:normAutofit/>
          </a:bodyPr>
          <a:lstStyle/>
          <a:p>
            <a:r>
              <a:rPr lang="en-GB" dirty="0"/>
              <a:t>Exploratory Data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08515B-F98A-8EC1-5870-658A70AB02AC}"/>
              </a:ext>
            </a:extLst>
          </p:cNvPr>
          <p:cNvSpPr txBox="1"/>
          <p:nvPr/>
        </p:nvSpPr>
        <p:spPr>
          <a:xfrm>
            <a:off x="365760" y="1503680"/>
            <a:ext cx="7101840" cy="3655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2400" dirty="0"/>
              <a:t>Class imbalance exists between categories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2400" dirty="0"/>
              <a:t>Objects appear in different scales and sizes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2400" dirty="0"/>
              <a:t>Real-world backgrounds and occlusions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2400" dirty="0"/>
              <a:t>Different lighting conditions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2400" dirty="0"/>
              <a:t>Minor annotation noise due to mixed </a:t>
            </a:r>
            <a:r>
              <a:rPr lang="en-GB" sz="2400" dirty="0" err="1"/>
              <a:t>labeling</a:t>
            </a:r>
            <a:r>
              <a:rPr lang="en-GB" sz="2400" dirty="0"/>
              <a:t> sources</a:t>
            </a:r>
          </a:p>
        </p:txBody>
      </p:sp>
    </p:spTree>
    <p:extLst>
      <p:ext uri="{BB962C8B-B14F-4D97-AF65-F5344CB8AC3E}">
        <p14:creationId xmlns:p14="http://schemas.microsoft.com/office/powerpoint/2010/main" val="60811896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68400" y="3017520"/>
            <a:ext cx="0" cy="1630366"/>
          </a:xfrm>
          <a:prstGeom prst="line">
            <a:avLst/>
          </a:prstGeom>
          <a:noFill/>
          <a:ln w="31750" cap="rnd" cmpd="sng" algn="ctr">
            <a:solidFill>
              <a:schemeClr val="accent2">
                <a:alpha val="68000"/>
              </a:schemeClr>
            </a:solidFill>
            <a:prstDash val="sysDot"/>
          </a:ln>
          <a:effectLst/>
        </p:spPr>
      </p:cxnSp>
      <p:cxnSp>
        <p:nvCxnSpPr>
          <p:cNvPr id="35" name="Straight Connector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077550" y="5632254"/>
            <a:ext cx="3255988" cy="0"/>
          </a:xfrm>
          <a:prstGeom prst="line">
            <a:avLst/>
          </a:prstGeom>
          <a:noFill/>
          <a:ln w="31750" cap="rnd" cmpd="sng" algn="ctr">
            <a:solidFill>
              <a:schemeClr val="accent2">
                <a:alpha val="68000"/>
              </a:schemeClr>
            </a:solidFill>
            <a:prstDash val="sysDot"/>
          </a:ln>
          <a:effectLst/>
        </p:spPr>
      </p:cxnSp>
      <p:cxnSp>
        <p:nvCxnSpPr>
          <p:cNvPr id="36" name="Straight Connector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6339385" y="3238418"/>
            <a:ext cx="90093" cy="1770802"/>
          </a:xfrm>
          <a:prstGeom prst="line">
            <a:avLst/>
          </a:prstGeom>
          <a:noFill/>
          <a:ln w="31750" cap="rnd" cmpd="sng" algn="ctr">
            <a:solidFill>
              <a:schemeClr val="accent2">
                <a:alpha val="68000"/>
              </a:schemeClr>
            </a:solidFill>
            <a:prstDash val="sysDot"/>
          </a:ln>
          <a:effectLst/>
        </p:spPr>
      </p:cxnSp>
      <p:cxnSp>
        <p:nvCxnSpPr>
          <p:cNvPr id="49" name="Straight Connector 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684760" y="3136580"/>
            <a:ext cx="115320" cy="1915518"/>
          </a:xfrm>
          <a:prstGeom prst="line">
            <a:avLst/>
          </a:prstGeom>
          <a:noFill/>
          <a:ln w="31750" cap="rnd" cmpd="sng" algn="ctr">
            <a:solidFill>
              <a:schemeClr val="accent2">
                <a:alpha val="68000"/>
              </a:schemeClr>
            </a:solidFill>
            <a:prstDash val="sysDot"/>
          </a:ln>
          <a:effectLst/>
        </p:spPr>
      </p:cxnSp>
      <p:cxnSp>
        <p:nvCxnSpPr>
          <p:cNvPr id="54" name="Straight Connector 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7421210" y="2131868"/>
            <a:ext cx="2275752" cy="3153"/>
          </a:xfrm>
          <a:prstGeom prst="line">
            <a:avLst/>
          </a:prstGeom>
          <a:noFill/>
          <a:ln w="31750" cap="rnd" cmpd="sng" algn="ctr">
            <a:solidFill>
              <a:schemeClr val="accent2">
                <a:alpha val="68000"/>
              </a:schemeClr>
            </a:solidFill>
            <a:prstDash val="sysDot"/>
          </a:ln>
          <a:effectLst/>
        </p:spPr>
      </p:cxnSp>
      <p:cxnSp>
        <p:nvCxnSpPr>
          <p:cNvPr id="55" name="Straight Connector 5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64763" y="2256941"/>
            <a:ext cx="1116481" cy="0"/>
          </a:xfrm>
          <a:prstGeom prst="line">
            <a:avLst/>
          </a:prstGeom>
          <a:noFill/>
          <a:ln w="31750" cap="rnd" cmpd="sng" algn="ctr">
            <a:solidFill>
              <a:schemeClr val="accent2">
                <a:alpha val="68000"/>
              </a:schemeClr>
            </a:solidFill>
            <a:prstDash val="sysDot"/>
          </a:ln>
          <a:effectLst/>
        </p:spPr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/>
          <a:lstStyle/>
          <a:p>
            <a:r>
              <a:rPr lang="en-US" dirty="0"/>
              <a:t>Data Preparation Pipeline</a:t>
            </a:r>
          </a:p>
        </p:txBody>
      </p:sp>
      <p:grpSp>
        <p:nvGrpSpPr>
          <p:cNvPr id="77" name="Percent Chart" descr="Percent chart&#10;"/>
          <p:cNvGrpSpPr/>
          <p:nvPr/>
        </p:nvGrpSpPr>
        <p:grpSpPr>
          <a:xfrm>
            <a:off x="195884" y="1259418"/>
            <a:ext cx="1986052" cy="1995045"/>
            <a:chOff x="4547093" y="1223945"/>
            <a:chExt cx="1645920" cy="1645973"/>
          </a:xfrm>
        </p:grpSpPr>
        <p:sp>
          <p:nvSpPr>
            <p:cNvPr id="78" name="Outer Oval"/>
            <p:cNvSpPr>
              <a:spLocks noChangeAspect="1"/>
            </p:cNvSpPr>
            <p:nvPr/>
          </p:nvSpPr>
          <p:spPr>
            <a:xfrm>
              <a:off x="4646290" y="1323168"/>
              <a:ext cx="1447527" cy="1447527"/>
            </a:xfrm>
            <a:prstGeom prst="ellipse">
              <a:avLst/>
            </a:prstGeom>
            <a:solidFill>
              <a:schemeClr val="accent2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6B14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dots"/>
            <p:cNvSpPr>
              <a:spLocks noChangeAspect="1"/>
            </p:cNvSpPr>
            <p:nvPr/>
          </p:nvSpPr>
          <p:spPr>
            <a:xfrm>
              <a:off x="4783558" y="1460436"/>
              <a:ext cx="1172990" cy="1172990"/>
            </a:xfrm>
            <a:prstGeom prst="ellipse">
              <a:avLst/>
            </a:prstGeom>
            <a:noFill/>
            <a:ln w="40005" cap="rnd" cmpd="sng" algn="ctr">
              <a:solidFill>
                <a:schemeClr val="accent4">
                  <a:alpha val="68000"/>
                </a:schemeClr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 defTabSz="457200"/>
              <a:endParaRPr lang="en-US" kern="0">
                <a:solidFill>
                  <a:prstClr val="white"/>
                </a:solidFill>
                <a:latin typeface="Calibri"/>
              </a:endParaRPr>
            </a:p>
          </p:txBody>
        </p:sp>
        <p:graphicFrame>
          <p:nvGraphicFramePr>
            <p:cNvPr id="80" name="Excel Chart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0781206"/>
                </p:ext>
              </p:extLst>
            </p:nvPr>
          </p:nvGraphicFramePr>
          <p:xfrm>
            <a:off x="4547093" y="1223945"/>
            <a:ext cx="1645920" cy="16459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50" name="Percent Chart" descr="Percent chart&#10;"/>
          <p:cNvGrpSpPr/>
          <p:nvPr/>
        </p:nvGrpSpPr>
        <p:grpSpPr>
          <a:xfrm>
            <a:off x="5164822" y="1072382"/>
            <a:ext cx="2349126" cy="2369114"/>
            <a:chOff x="4539160" y="1231972"/>
            <a:chExt cx="1645920" cy="1645973"/>
          </a:xfrm>
        </p:grpSpPr>
        <p:sp>
          <p:nvSpPr>
            <p:cNvPr id="51" name="Outer Oval"/>
            <p:cNvSpPr>
              <a:spLocks noChangeAspect="1"/>
            </p:cNvSpPr>
            <p:nvPr/>
          </p:nvSpPr>
          <p:spPr>
            <a:xfrm>
              <a:off x="4646290" y="1323168"/>
              <a:ext cx="1447527" cy="1447527"/>
            </a:xfrm>
            <a:prstGeom prst="ellipse">
              <a:avLst/>
            </a:prstGeom>
            <a:solidFill>
              <a:schemeClr val="accent2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6B14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dots"/>
            <p:cNvSpPr>
              <a:spLocks noChangeAspect="1"/>
            </p:cNvSpPr>
            <p:nvPr/>
          </p:nvSpPr>
          <p:spPr>
            <a:xfrm>
              <a:off x="4783558" y="1460436"/>
              <a:ext cx="1172990" cy="1172990"/>
            </a:xfrm>
            <a:prstGeom prst="ellipse">
              <a:avLst/>
            </a:prstGeom>
            <a:noFill/>
            <a:ln w="40005" cap="rnd" cmpd="sng" algn="ctr">
              <a:solidFill>
                <a:schemeClr val="bg1">
                  <a:alpha val="68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52" name="Excel Chart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1848494"/>
                </p:ext>
              </p:extLst>
            </p:nvPr>
          </p:nvGraphicFramePr>
          <p:xfrm>
            <a:off x="4539160" y="1231972"/>
            <a:ext cx="1645920" cy="16459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85" name="Percent Chart" descr="Percent chart&#10;"/>
          <p:cNvGrpSpPr/>
          <p:nvPr/>
        </p:nvGrpSpPr>
        <p:grpSpPr>
          <a:xfrm>
            <a:off x="9516359" y="1033163"/>
            <a:ext cx="2259413" cy="2197411"/>
            <a:chOff x="4547093" y="1223945"/>
            <a:chExt cx="1645920" cy="1645973"/>
          </a:xfrm>
        </p:grpSpPr>
        <p:sp>
          <p:nvSpPr>
            <p:cNvPr id="86" name="Outer Oval"/>
            <p:cNvSpPr>
              <a:spLocks noChangeAspect="1"/>
            </p:cNvSpPr>
            <p:nvPr/>
          </p:nvSpPr>
          <p:spPr>
            <a:xfrm>
              <a:off x="4646290" y="1323168"/>
              <a:ext cx="1447527" cy="1447527"/>
            </a:xfrm>
            <a:prstGeom prst="ellipse">
              <a:avLst/>
            </a:prstGeom>
            <a:solidFill>
              <a:schemeClr val="accent2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6B14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7" name="dots"/>
            <p:cNvSpPr>
              <a:spLocks noChangeAspect="1"/>
            </p:cNvSpPr>
            <p:nvPr/>
          </p:nvSpPr>
          <p:spPr>
            <a:xfrm>
              <a:off x="4783558" y="1460436"/>
              <a:ext cx="1172990" cy="1172990"/>
            </a:xfrm>
            <a:prstGeom prst="ellipse">
              <a:avLst/>
            </a:prstGeom>
            <a:noFill/>
            <a:ln w="40005" cap="rnd" cmpd="sng" algn="ctr">
              <a:solidFill>
                <a:schemeClr val="accent4">
                  <a:alpha val="68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88" name="Excel Chart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171084"/>
                </p:ext>
              </p:extLst>
            </p:nvPr>
          </p:nvGraphicFramePr>
          <p:xfrm>
            <a:off x="4547093" y="1223945"/>
            <a:ext cx="1645920" cy="16459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grpSp>
        <p:nvGrpSpPr>
          <p:cNvPr id="4" name="Percent Chart" descr="Percent chart&#10;">
            <a:extLst>
              <a:ext uri="{FF2B5EF4-FFF2-40B4-BE49-F238E27FC236}">
                <a16:creationId xmlns:a16="http://schemas.microsoft.com/office/drawing/2014/main" id="{E0C72F59-5D7F-0B3D-ADBC-448EBF0BDF59}"/>
              </a:ext>
            </a:extLst>
          </p:cNvPr>
          <p:cNvGrpSpPr/>
          <p:nvPr/>
        </p:nvGrpSpPr>
        <p:grpSpPr>
          <a:xfrm>
            <a:off x="0" y="4385432"/>
            <a:ext cx="2357726" cy="2401038"/>
            <a:chOff x="4555074" y="1223945"/>
            <a:chExt cx="1645920" cy="1645973"/>
          </a:xfrm>
        </p:grpSpPr>
        <p:sp>
          <p:nvSpPr>
            <p:cNvPr id="5" name="Outer Oval">
              <a:extLst>
                <a:ext uri="{FF2B5EF4-FFF2-40B4-BE49-F238E27FC236}">
                  <a16:creationId xmlns:a16="http://schemas.microsoft.com/office/drawing/2014/main" id="{A4683443-F997-7DF5-4E27-E9E8FB62F2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46290" y="1323168"/>
              <a:ext cx="1447527" cy="1447527"/>
            </a:xfrm>
            <a:prstGeom prst="ellipse">
              <a:avLst/>
            </a:prstGeom>
            <a:solidFill>
              <a:schemeClr val="accent2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6B14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dots">
              <a:extLst>
                <a:ext uri="{FF2B5EF4-FFF2-40B4-BE49-F238E27FC236}">
                  <a16:creationId xmlns:a16="http://schemas.microsoft.com/office/drawing/2014/main" id="{F87092C1-7F7A-9532-4BF1-F840D00D33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3558" y="1460436"/>
              <a:ext cx="1172990" cy="1172990"/>
            </a:xfrm>
            <a:prstGeom prst="ellipse">
              <a:avLst/>
            </a:prstGeom>
            <a:noFill/>
            <a:ln w="40005" cap="rnd" cmpd="sng" algn="ctr">
              <a:solidFill>
                <a:schemeClr val="accent4">
                  <a:alpha val="68000"/>
                </a:schemeClr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 defTabSz="457200"/>
              <a:endParaRPr lang="en-US" kern="0">
                <a:solidFill>
                  <a:prstClr val="white"/>
                </a:solidFill>
                <a:latin typeface="Calibri"/>
              </a:endParaRPr>
            </a:p>
          </p:txBody>
        </p:sp>
        <p:graphicFrame>
          <p:nvGraphicFramePr>
            <p:cNvPr id="7" name="Excel Chart">
              <a:extLst>
                <a:ext uri="{FF2B5EF4-FFF2-40B4-BE49-F238E27FC236}">
                  <a16:creationId xmlns:a16="http://schemas.microsoft.com/office/drawing/2014/main" id="{E51CFF45-EF22-73C5-96D2-5574577BB9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873022"/>
                </p:ext>
              </p:extLst>
            </p:nvPr>
          </p:nvGraphicFramePr>
          <p:xfrm>
            <a:off x="4555074" y="1223945"/>
            <a:ext cx="1645920" cy="16459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grpSp>
        <p:nvGrpSpPr>
          <p:cNvPr id="8" name="Percent Chart" descr="Percent chart&#10;">
            <a:extLst>
              <a:ext uri="{FF2B5EF4-FFF2-40B4-BE49-F238E27FC236}">
                <a16:creationId xmlns:a16="http://schemas.microsoft.com/office/drawing/2014/main" id="{7F6B9D86-0E80-9452-904A-FE794A9FECEA}"/>
              </a:ext>
            </a:extLst>
          </p:cNvPr>
          <p:cNvGrpSpPr/>
          <p:nvPr/>
        </p:nvGrpSpPr>
        <p:grpSpPr>
          <a:xfrm>
            <a:off x="5196923" y="4664242"/>
            <a:ext cx="2465111" cy="2401038"/>
            <a:chOff x="4555074" y="1223945"/>
            <a:chExt cx="1645920" cy="1645973"/>
          </a:xfrm>
        </p:grpSpPr>
        <p:sp>
          <p:nvSpPr>
            <p:cNvPr id="9" name="Outer Oval">
              <a:extLst>
                <a:ext uri="{FF2B5EF4-FFF2-40B4-BE49-F238E27FC236}">
                  <a16:creationId xmlns:a16="http://schemas.microsoft.com/office/drawing/2014/main" id="{F27A1D11-C30D-A13B-9CC0-76E47A2404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46290" y="1323168"/>
              <a:ext cx="1447527" cy="1447527"/>
            </a:xfrm>
            <a:prstGeom prst="ellipse">
              <a:avLst/>
            </a:prstGeom>
            <a:solidFill>
              <a:schemeClr val="accent2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6B14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dots">
              <a:extLst>
                <a:ext uri="{FF2B5EF4-FFF2-40B4-BE49-F238E27FC236}">
                  <a16:creationId xmlns:a16="http://schemas.microsoft.com/office/drawing/2014/main" id="{F1010066-50BD-69A3-5F03-8545492C0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3558" y="1460436"/>
              <a:ext cx="1172990" cy="1172990"/>
            </a:xfrm>
            <a:prstGeom prst="ellipse">
              <a:avLst/>
            </a:prstGeom>
            <a:noFill/>
            <a:ln w="40005" cap="rnd" cmpd="sng" algn="ctr">
              <a:solidFill>
                <a:schemeClr val="accent4">
                  <a:alpha val="68000"/>
                </a:schemeClr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 defTabSz="457200"/>
              <a:endParaRPr lang="en-US" kern="0">
                <a:solidFill>
                  <a:prstClr val="white"/>
                </a:solidFill>
                <a:latin typeface="Calibri"/>
              </a:endParaRPr>
            </a:p>
          </p:txBody>
        </p:sp>
        <p:graphicFrame>
          <p:nvGraphicFramePr>
            <p:cNvPr id="11" name="Excel Chart">
              <a:extLst>
                <a:ext uri="{FF2B5EF4-FFF2-40B4-BE49-F238E27FC236}">
                  <a16:creationId xmlns:a16="http://schemas.microsoft.com/office/drawing/2014/main" id="{E14484D4-7CD6-2209-A54E-403CFC6952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5219960"/>
                </p:ext>
              </p:extLst>
            </p:nvPr>
          </p:nvGraphicFramePr>
          <p:xfrm>
            <a:off x="4555074" y="1223945"/>
            <a:ext cx="1645920" cy="16459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grpSp>
        <p:nvGrpSpPr>
          <p:cNvPr id="12" name="Percent Chart" descr="Percent chart&#10;">
            <a:extLst>
              <a:ext uri="{FF2B5EF4-FFF2-40B4-BE49-F238E27FC236}">
                <a16:creationId xmlns:a16="http://schemas.microsoft.com/office/drawing/2014/main" id="{48ACDD7B-95DB-AD8E-5F60-1DCC366179C3}"/>
              </a:ext>
            </a:extLst>
          </p:cNvPr>
          <p:cNvGrpSpPr/>
          <p:nvPr/>
        </p:nvGrpSpPr>
        <p:grpSpPr>
          <a:xfrm>
            <a:off x="9696962" y="5009220"/>
            <a:ext cx="2364374" cy="2197412"/>
            <a:chOff x="4608843" y="1237523"/>
            <a:chExt cx="1645920" cy="1645973"/>
          </a:xfrm>
        </p:grpSpPr>
        <p:sp>
          <p:nvSpPr>
            <p:cNvPr id="13" name="Outer Oval">
              <a:extLst>
                <a:ext uri="{FF2B5EF4-FFF2-40B4-BE49-F238E27FC236}">
                  <a16:creationId xmlns:a16="http://schemas.microsoft.com/office/drawing/2014/main" id="{78DAF8FB-A44B-9BB7-2A92-C9807C4348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46290" y="1323168"/>
              <a:ext cx="1447527" cy="1447527"/>
            </a:xfrm>
            <a:prstGeom prst="ellipse">
              <a:avLst/>
            </a:prstGeom>
            <a:solidFill>
              <a:schemeClr val="accent2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6B14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dots">
              <a:extLst>
                <a:ext uri="{FF2B5EF4-FFF2-40B4-BE49-F238E27FC236}">
                  <a16:creationId xmlns:a16="http://schemas.microsoft.com/office/drawing/2014/main" id="{E6D8EA8E-1AE8-15E9-E741-BD7945D7CD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83558" y="1460436"/>
              <a:ext cx="1172990" cy="1172990"/>
            </a:xfrm>
            <a:prstGeom prst="ellipse">
              <a:avLst/>
            </a:prstGeom>
            <a:noFill/>
            <a:ln w="40005" cap="rnd" cmpd="sng" algn="ctr">
              <a:solidFill>
                <a:schemeClr val="bg1">
                  <a:alpha val="68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15" name="Excel Chart">
              <a:extLst>
                <a:ext uri="{FF2B5EF4-FFF2-40B4-BE49-F238E27FC236}">
                  <a16:creationId xmlns:a16="http://schemas.microsoft.com/office/drawing/2014/main" id="{854D07F3-08EC-8D09-BBB0-E5E126CC7E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9986775"/>
                </p:ext>
              </p:extLst>
            </p:nvPr>
          </p:nvGraphicFramePr>
          <p:xfrm>
            <a:off x="4608843" y="1237523"/>
            <a:ext cx="1645920" cy="16459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19813843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1AAFD-0A37-825E-A775-132DB35E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anchor="ctr">
            <a:normAutofit/>
          </a:bodyPr>
          <a:lstStyle/>
          <a:p>
            <a:r>
              <a:rPr lang="en-GB" dirty="0"/>
              <a:t>Model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CC902B-6D19-FFF2-BFB6-23CB047AE006}"/>
              </a:ext>
            </a:extLst>
          </p:cNvPr>
          <p:cNvSpPr txBox="1"/>
          <p:nvPr/>
        </p:nvSpPr>
        <p:spPr>
          <a:xfrm>
            <a:off x="0" y="1241258"/>
            <a:ext cx="5905500" cy="43525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2800" kern="120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YOLOv8 Architecture</a:t>
            </a:r>
          </a:p>
          <a:p>
            <a:pPr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120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Real-time object detection model</a:t>
            </a:r>
          </a:p>
          <a:p>
            <a:pPr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120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Bounding box regression</a:t>
            </a:r>
          </a:p>
          <a:p>
            <a:pPr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120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Object classification</a:t>
            </a:r>
          </a:p>
          <a:p>
            <a:pPr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120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Fast inference performance</a:t>
            </a:r>
          </a:p>
          <a:p>
            <a:pPr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120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</a:rPr>
              <a:t>Optimized for deployment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9B8DB0-2E6D-95B7-0561-C7F61DB97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" r="2" b="2"/>
          <a:stretch>
            <a:fillRect/>
          </a:stretch>
        </p:blipFill>
        <p:spPr>
          <a:xfrm>
            <a:off x="6286500" y="1241258"/>
            <a:ext cx="5905500" cy="43525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492615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E723-E2BC-8BC4-BE59-B3471E4D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Strategies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BC14C8-1753-63E9-66BF-4724362A1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64935"/>
              </p:ext>
            </p:extLst>
          </p:nvPr>
        </p:nvGraphicFramePr>
        <p:xfrm>
          <a:off x="0" y="1518760"/>
          <a:ext cx="12192000" cy="30024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8167140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143381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41923525"/>
                    </a:ext>
                  </a:extLst>
                </a:gridCol>
              </a:tblGrid>
              <a:tr h="750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Epochs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758539"/>
                  </a:ext>
                </a:extLst>
              </a:tr>
              <a:tr h="750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Model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From Scratch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041372"/>
                  </a:ext>
                </a:extLst>
              </a:tr>
              <a:tr h="750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Model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Transfer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474915"/>
                  </a:ext>
                </a:extLst>
              </a:tr>
              <a:tr h="750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Fine-Tuning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653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54134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EBC5-D19A-77B4-0671-D5D996E8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Comparison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487ED-F8EE-58FA-62CA-A5EDFE977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40" y="2766920"/>
            <a:ext cx="9993120" cy="341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21353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272C4-CADF-078A-EDCB-30182F9D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anchor="ctr">
            <a:normAutofit/>
          </a:bodyPr>
          <a:lstStyle/>
          <a:p>
            <a:r>
              <a:rPr lang="en-GB" dirty="0"/>
              <a:t>Best Model Selection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FA6A6C35-F7E3-63F6-E902-C5576B7DB4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1388585"/>
              </p:ext>
            </p:extLst>
          </p:nvPr>
        </p:nvGraphicFramePr>
        <p:xfrm>
          <a:off x="0" y="1241258"/>
          <a:ext cx="121920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027941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DDE74-42D8-E656-FF0B-319C7A6A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predictions/Results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076C1B-6FCF-D61E-9565-52CDFEC01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561" y="3996833"/>
            <a:ext cx="6096000" cy="28749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352577-5282-6947-00A2-A41F8C36E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" y="3850641"/>
            <a:ext cx="6089790" cy="30073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952053-7C98-8A15-1B7E-1154C5D5D4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50758"/>
            <a:ext cx="6145973" cy="28749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AC454C-DA23-F76E-0C21-7FF67A6759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0757"/>
            <a:ext cx="6096000" cy="279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0017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5F879-315E-F345-E926-1F438F5D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Streamlit</a:t>
            </a:r>
            <a:r>
              <a:rPr lang="en-GB" dirty="0"/>
              <a:t> Deployment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FBF09-C2A0-DB2F-67F7-09696EABE96E}"/>
              </a:ext>
            </a:extLst>
          </p:cNvPr>
          <p:cNvSpPr txBox="1"/>
          <p:nvPr/>
        </p:nvSpPr>
        <p:spPr>
          <a:xfrm>
            <a:off x="172720" y="1767840"/>
            <a:ext cx="5293360" cy="2343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Features: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Upload custom image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Adjustable confidence threshold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Real-time object detection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Interactive web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5CAE3-9D45-DBD3-3A9A-A60E9EE17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920" y="1213189"/>
            <a:ext cx="7244080" cy="2343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7C1B18-4242-1F51-6824-558399734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920" y="3823624"/>
            <a:ext cx="7244080" cy="226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1597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FD41D-E047-99DA-5061-D573E6BC6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Deliverables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57495-C6B9-35DD-CDEF-80A177D45033}"/>
              </a:ext>
            </a:extLst>
          </p:cNvPr>
          <p:cNvSpPr txBox="1"/>
          <p:nvPr/>
        </p:nvSpPr>
        <p:spPr>
          <a:xfrm>
            <a:off x="274320" y="1381760"/>
            <a:ext cx="4206240" cy="44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400" dirty="0"/>
              <a:t>GitHub Repository</a:t>
            </a:r>
            <a:br>
              <a:rPr lang="en-GB" sz="2400" dirty="0"/>
            </a:br>
            <a:r>
              <a:rPr lang="en-GB" sz="2400" dirty="0" err="1"/>
              <a:t>Jupyter</a:t>
            </a:r>
            <a:r>
              <a:rPr lang="en-GB" sz="2400" dirty="0"/>
              <a:t> Notebook</a:t>
            </a:r>
            <a:br>
              <a:rPr lang="en-GB" sz="2400" dirty="0"/>
            </a:br>
            <a:r>
              <a:rPr lang="en-GB" sz="2400" dirty="0"/>
              <a:t>Trained YOLOv8 Model</a:t>
            </a:r>
            <a:br>
              <a:rPr lang="en-GB" sz="2400" dirty="0"/>
            </a:br>
            <a:r>
              <a:rPr lang="en-GB" sz="2400" dirty="0" err="1"/>
              <a:t>Streamlit</a:t>
            </a:r>
            <a:r>
              <a:rPr lang="en-GB" sz="2400" dirty="0"/>
              <a:t> Deployment</a:t>
            </a:r>
            <a:br>
              <a:rPr lang="en-GB" sz="2400" dirty="0"/>
            </a:br>
            <a:r>
              <a:rPr lang="en-GB" sz="2400" dirty="0"/>
              <a:t>Presentation</a:t>
            </a:r>
            <a:br>
              <a:rPr lang="en-GB" sz="2400" dirty="0"/>
            </a:br>
            <a:r>
              <a:rPr lang="en-GB" sz="2400" dirty="0"/>
              <a:t>Demo Video</a:t>
            </a:r>
          </a:p>
        </p:txBody>
      </p:sp>
    </p:spTree>
    <p:extLst>
      <p:ext uri="{BB962C8B-B14F-4D97-AF65-F5344CB8AC3E}">
        <p14:creationId xmlns:p14="http://schemas.microsoft.com/office/powerpoint/2010/main" val="87772210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5F55-D6C3-9D67-A7CC-68279718C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0758"/>
          </a:xfrm>
        </p:spPr>
        <p:txBody>
          <a:bodyPr anchor="ctr">
            <a:normAutofit/>
          </a:bodyPr>
          <a:lstStyle/>
          <a:p>
            <a:r>
              <a:rPr lang="en-GB" dirty="0"/>
              <a:t>Challenges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FB9F821-8889-4BAA-E906-474948896A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6054379"/>
              </p:ext>
            </p:extLst>
          </p:nvPr>
        </p:nvGraphicFramePr>
        <p:xfrm>
          <a:off x="0" y="1241258"/>
          <a:ext cx="121920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97168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29313-7BD3-3C16-B338-07A5E984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E1C9AD-59B4-E820-4673-0077E3BF295D}"/>
              </a:ext>
            </a:extLst>
          </p:cNvPr>
          <p:cNvSpPr txBox="1"/>
          <p:nvPr/>
        </p:nvSpPr>
        <p:spPr>
          <a:xfrm>
            <a:off x="609600" y="1290320"/>
            <a:ext cx="5344160" cy="5182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Successfully built end-to-end object detection system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Compared three training strategies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Fine-tuning achieved best results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Model deployed successfully using </a:t>
            </a:r>
            <a:r>
              <a:rPr lang="en-GB" sz="2800" dirty="0" err="1"/>
              <a:t>StreamlitSlide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42723581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57CDC9-D743-2C65-F890-732CB861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C65951-1397-5B51-21C3-5D6C4A4347EB}"/>
              </a:ext>
            </a:extLst>
          </p:cNvPr>
          <p:cNvSpPr txBox="1"/>
          <p:nvPr/>
        </p:nvSpPr>
        <p:spPr>
          <a:xfrm>
            <a:off x="243840" y="1300480"/>
            <a:ext cx="8412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Thank You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051259457"/>
      </p:ext>
    </p:extLst>
  </p:cSld>
  <p:clrMapOvr>
    <a:masterClrMapping/>
  </p:clrMapOvr>
</p:sld>
</file>

<file path=ppt/theme/theme1.xml><?xml version="1.0" encoding="utf-8"?>
<a:theme xmlns:a="http://schemas.openxmlformats.org/drawingml/2006/main" name="1_Smart Graphics Sampler Neal Creative">
  <a:themeElements>
    <a:clrScheme name="Neal Analytics 2">
      <a:dk1>
        <a:srgbClr val="000000"/>
      </a:dk1>
      <a:lt1>
        <a:srgbClr val="FFFFFF"/>
      </a:lt1>
      <a:dk2>
        <a:srgbClr val="0074AF"/>
      </a:dk2>
      <a:lt2>
        <a:srgbClr val="00B0F0"/>
      </a:lt2>
      <a:accent1>
        <a:srgbClr val="75D1FF"/>
      </a:accent1>
      <a:accent2>
        <a:srgbClr val="004568"/>
      </a:accent2>
      <a:accent3>
        <a:srgbClr val="92D050"/>
      </a:accent3>
      <a:accent4>
        <a:srgbClr val="FFC000"/>
      </a:accent4>
      <a:accent5>
        <a:srgbClr val="004568"/>
      </a:accent5>
      <a:accent6>
        <a:srgbClr val="0074AF"/>
      </a:accent6>
      <a:hlink>
        <a:srgbClr val="43C0FF"/>
      </a:hlink>
      <a:folHlink>
        <a:srgbClr val="75D1FF"/>
      </a:folHlink>
    </a:clrScheme>
    <a:fontScheme name="MICROSOF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917490_win32_fixed.potx" id="{1A272F58-4910-4504-BEF7-14093C13C061}" vid="{2BDA99AE-639D-43D7-9F05-5D5DC1199F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Smart Graphics Sampler</Template>
  <TotalTime>60</TotalTime>
  <Words>288</Words>
  <Application>Microsoft Office PowerPoint</Application>
  <PresentationFormat>Widescreen</PresentationFormat>
  <Paragraphs>93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Segoe UI</vt:lpstr>
      <vt:lpstr>Segoe UI Light</vt:lpstr>
      <vt:lpstr>Segoe UI Semibold</vt:lpstr>
      <vt:lpstr>1_Smart Graphics Sampler Neal Creative</vt:lpstr>
      <vt:lpstr>AI-Powered Object Detection using YOLOv8</vt:lpstr>
      <vt:lpstr>PowerPoint Presentation</vt:lpstr>
      <vt:lpstr>PowerPoint Presentation</vt:lpstr>
      <vt:lpstr>Dataset Overview </vt:lpstr>
      <vt:lpstr>Exploratory Data Analysis</vt:lpstr>
      <vt:lpstr>Data Preparation Pipeline</vt:lpstr>
      <vt:lpstr>Model Architecture</vt:lpstr>
      <vt:lpstr>Training Strategies</vt:lpstr>
      <vt:lpstr>Performance Comparison </vt:lpstr>
      <vt:lpstr>Best Model Selection</vt:lpstr>
      <vt:lpstr>Model predictions/Results</vt:lpstr>
      <vt:lpstr>Streamlit Deployment</vt:lpstr>
      <vt:lpstr>Project Deliverables </vt:lpstr>
      <vt:lpstr>Challenges</vt:lpstr>
      <vt:lpstr>Conclusion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Karim Deheya</dc:creator>
  <cp:keywords/>
  <dc:description/>
  <cp:lastModifiedBy>Karim Deheya</cp:lastModifiedBy>
  <cp:revision>1</cp:revision>
  <dcterms:created xsi:type="dcterms:W3CDTF">2026-05-17T08:27:41Z</dcterms:created>
  <dcterms:modified xsi:type="dcterms:W3CDTF">2026-05-17T09:28:27Z</dcterms:modified>
  <cp:category/>
</cp:coreProperties>
</file>